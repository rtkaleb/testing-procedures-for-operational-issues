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9"/>
  </p:notesMasterIdLst>
  <p:sldIdLst>
    <p:sldId id="256" r:id="rId2"/>
    <p:sldId id="261" r:id="rId3"/>
    <p:sldId id="270" r:id="rId4"/>
    <p:sldId id="266" r:id="rId5"/>
    <p:sldId id="257" r:id="rId6"/>
    <p:sldId id="267" r:id="rId7"/>
    <p:sldId id="271" r:id="rId8"/>
  </p:sldIdLst>
  <p:sldSz cx="12192000" cy="6858000"/>
  <p:notesSz cx="6858000" cy="9144000"/>
  <p:defaultTextStyle>
    <a:defPPr>
      <a:defRPr lang="es-MX"/>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9706A23-E621-4726-BB8B-3146457733DE}" v="10" dt="2025-11-19T15:59:59.642"/>
    <p1510:client id="{64556FBF-6D48-4093-B79B-6D909A7DAEE0}" v="4" dt="2025-11-19T14:33:41.84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94660"/>
  </p:normalViewPr>
  <p:slideViewPr>
    <p:cSldViewPr snapToGrid="0">
      <p:cViewPr varScale="1">
        <p:scale>
          <a:sx n="105" d="100"/>
          <a:sy n="105" d="100"/>
        </p:scale>
        <p:origin x="774"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5" Type="http://schemas.microsoft.com/office/2015/10/relationships/revisionInfo" Target="revisionInfo.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 Id="rId14"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aleb Torres" userId="708cad581216fcb4" providerId="LiveId" clId="{72D7EF49-C36C-4A33-B6E3-4E40D7096B86}"/>
    <pc:docChg chg="undo custSel addSld delSld modSld">
      <pc:chgData name="Kaleb Torres" userId="708cad581216fcb4" providerId="LiveId" clId="{72D7EF49-C36C-4A33-B6E3-4E40D7096B86}" dt="2025-11-19T16:00:45.513" v="87" actId="20577"/>
      <pc:docMkLst>
        <pc:docMk/>
      </pc:docMkLst>
      <pc:sldChg chg="modSp mod">
        <pc:chgData name="Kaleb Torres" userId="708cad581216fcb4" providerId="LiveId" clId="{72D7EF49-C36C-4A33-B6E3-4E40D7096B86}" dt="2025-11-19T16:00:45.513" v="87" actId="20577"/>
        <pc:sldMkLst>
          <pc:docMk/>
          <pc:sldMk cId="1627428205" sldId="257"/>
        </pc:sldMkLst>
        <pc:spChg chg="mod">
          <ac:chgData name="Kaleb Torres" userId="708cad581216fcb4" providerId="LiveId" clId="{72D7EF49-C36C-4A33-B6E3-4E40D7096B86}" dt="2025-11-19T16:00:45.513" v="87" actId="20577"/>
          <ac:spMkLst>
            <pc:docMk/>
            <pc:sldMk cId="1627428205" sldId="257"/>
            <ac:spMk id="3" creationId="{D6809E89-C041-D710-E946-26679F85C988}"/>
          </ac:spMkLst>
        </pc:spChg>
      </pc:sldChg>
      <pc:sldChg chg="del">
        <pc:chgData name="Kaleb Torres" userId="708cad581216fcb4" providerId="LiveId" clId="{72D7EF49-C36C-4A33-B6E3-4E40D7096B86}" dt="2025-11-19T15:57:42.783" v="37" actId="47"/>
        <pc:sldMkLst>
          <pc:docMk/>
          <pc:sldMk cId="1051947695" sldId="258"/>
        </pc:sldMkLst>
      </pc:sldChg>
      <pc:sldChg chg="del">
        <pc:chgData name="Kaleb Torres" userId="708cad581216fcb4" providerId="LiveId" clId="{72D7EF49-C36C-4A33-B6E3-4E40D7096B86}" dt="2025-11-19T15:57:43.976" v="38" actId="47"/>
        <pc:sldMkLst>
          <pc:docMk/>
          <pc:sldMk cId="4135717685" sldId="259"/>
        </pc:sldMkLst>
      </pc:sldChg>
      <pc:sldChg chg="del">
        <pc:chgData name="Kaleb Torres" userId="708cad581216fcb4" providerId="LiveId" clId="{72D7EF49-C36C-4A33-B6E3-4E40D7096B86}" dt="2025-11-19T15:57:52.514" v="43" actId="47"/>
        <pc:sldMkLst>
          <pc:docMk/>
          <pc:sldMk cId="3178440465" sldId="260"/>
        </pc:sldMkLst>
      </pc:sldChg>
      <pc:sldChg chg="modSp mod">
        <pc:chgData name="Kaleb Torres" userId="708cad581216fcb4" providerId="LiveId" clId="{72D7EF49-C36C-4A33-B6E3-4E40D7096B86}" dt="2025-11-19T15:51:53.678" v="17" actId="20577"/>
        <pc:sldMkLst>
          <pc:docMk/>
          <pc:sldMk cId="3609986844" sldId="261"/>
        </pc:sldMkLst>
        <pc:graphicFrameChg chg="mod modGraphic">
          <ac:chgData name="Kaleb Torres" userId="708cad581216fcb4" providerId="LiveId" clId="{72D7EF49-C36C-4A33-B6E3-4E40D7096B86}" dt="2025-11-19T15:51:53.678" v="17" actId="20577"/>
          <ac:graphicFrameMkLst>
            <pc:docMk/>
            <pc:sldMk cId="3609986844" sldId="261"/>
            <ac:graphicFrameMk id="5" creationId="{F35A209D-6E84-5CD3-454C-9F3246E8C40D}"/>
          </ac:graphicFrameMkLst>
        </pc:graphicFrameChg>
      </pc:sldChg>
      <pc:sldChg chg="del">
        <pc:chgData name="Kaleb Torres" userId="708cad581216fcb4" providerId="LiveId" clId="{72D7EF49-C36C-4A33-B6E3-4E40D7096B86}" dt="2025-11-19T15:57:45.070" v="39" actId="47"/>
        <pc:sldMkLst>
          <pc:docMk/>
          <pc:sldMk cId="2872209325" sldId="262"/>
        </pc:sldMkLst>
      </pc:sldChg>
      <pc:sldChg chg="del">
        <pc:chgData name="Kaleb Torres" userId="708cad581216fcb4" providerId="LiveId" clId="{72D7EF49-C36C-4A33-B6E3-4E40D7096B86}" dt="2025-11-19T15:57:46.074" v="40" actId="47"/>
        <pc:sldMkLst>
          <pc:docMk/>
          <pc:sldMk cId="4204493339" sldId="263"/>
        </pc:sldMkLst>
      </pc:sldChg>
      <pc:sldChg chg="del">
        <pc:chgData name="Kaleb Torres" userId="708cad581216fcb4" providerId="LiveId" clId="{72D7EF49-C36C-4A33-B6E3-4E40D7096B86}" dt="2025-11-19T15:57:47.123" v="41" actId="47"/>
        <pc:sldMkLst>
          <pc:docMk/>
          <pc:sldMk cId="472343038" sldId="264"/>
        </pc:sldMkLst>
      </pc:sldChg>
      <pc:sldChg chg="del">
        <pc:chgData name="Kaleb Torres" userId="708cad581216fcb4" providerId="LiveId" clId="{72D7EF49-C36C-4A33-B6E3-4E40D7096B86}" dt="2025-11-19T15:57:47.815" v="42" actId="47"/>
        <pc:sldMkLst>
          <pc:docMk/>
          <pc:sldMk cId="1055279677" sldId="265"/>
        </pc:sldMkLst>
      </pc:sldChg>
      <pc:sldChg chg="addSp delSp modSp mod">
        <pc:chgData name="Kaleb Torres" userId="708cad581216fcb4" providerId="LiveId" clId="{72D7EF49-C36C-4A33-B6E3-4E40D7096B86}" dt="2025-11-19T15:57:37.795" v="35" actId="14100"/>
        <pc:sldMkLst>
          <pc:docMk/>
          <pc:sldMk cId="1990215139" sldId="267"/>
        </pc:sldMkLst>
        <pc:spChg chg="del">
          <ac:chgData name="Kaleb Torres" userId="708cad581216fcb4" providerId="LiveId" clId="{72D7EF49-C36C-4A33-B6E3-4E40D7096B86}" dt="2025-11-19T15:54:43.956" v="31" actId="22"/>
          <ac:spMkLst>
            <pc:docMk/>
            <pc:sldMk cId="1990215139" sldId="267"/>
            <ac:spMk id="3" creationId="{8995E653-C6D5-1943-B29F-A82305584F2E}"/>
          </ac:spMkLst>
        </pc:spChg>
        <pc:picChg chg="add mod ord">
          <ac:chgData name="Kaleb Torres" userId="708cad581216fcb4" providerId="LiveId" clId="{72D7EF49-C36C-4A33-B6E3-4E40D7096B86}" dt="2025-11-19T15:57:37.795" v="35" actId="14100"/>
          <ac:picMkLst>
            <pc:docMk/>
            <pc:sldMk cId="1990215139" sldId="267"/>
            <ac:picMk id="5" creationId="{E070E0C1-B727-75F7-AD7D-2F9E8D257D7C}"/>
          </ac:picMkLst>
        </pc:picChg>
      </pc:sldChg>
      <pc:sldChg chg="del">
        <pc:chgData name="Kaleb Torres" userId="708cad581216fcb4" providerId="LiveId" clId="{72D7EF49-C36C-4A33-B6E3-4E40D7096B86}" dt="2025-11-19T15:57:41.487" v="36" actId="47"/>
        <pc:sldMkLst>
          <pc:docMk/>
          <pc:sldMk cId="4292986642" sldId="268"/>
        </pc:sldMkLst>
      </pc:sldChg>
      <pc:sldChg chg="del">
        <pc:chgData name="Kaleb Torres" userId="708cad581216fcb4" providerId="LiveId" clId="{72D7EF49-C36C-4A33-B6E3-4E40D7096B86}" dt="2025-11-19T15:52:10.071" v="18" actId="2696"/>
        <pc:sldMkLst>
          <pc:docMk/>
          <pc:sldMk cId="1234842984" sldId="269"/>
        </pc:sldMkLst>
      </pc:sldChg>
      <pc:sldChg chg="addSp delSp modSp mod setBg">
        <pc:chgData name="Kaleb Torres" userId="708cad581216fcb4" providerId="LiveId" clId="{72D7EF49-C36C-4A33-B6E3-4E40D7096B86}" dt="2025-11-19T15:53:35.914" v="30" actId="26606"/>
        <pc:sldMkLst>
          <pc:docMk/>
          <pc:sldMk cId="1349101901" sldId="270"/>
        </pc:sldMkLst>
        <pc:spChg chg="del">
          <ac:chgData name="Kaleb Torres" userId="708cad581216fcb4" providerId="LiveId" clId="{72D7EF49-C36C-4A33-B6E3-4E40D7096B86}" dt="2025-11-19T15:53:23.457" v="23" actId="478"/>
          <ac:spMkLst>
            <pc:docMk/>
            <pc:sldMk cId="1349101901" sldId="270"/>
            <ac:spMk id="2" creationId="{43AAA1D8-9B72-634A-BBC4-A1661ABA88ED}"/>
          </ac:spMkLst>
        </pc:spChg>
        <pc:spChg chg="mod">
          <ac:chgData name="Kaleb Torres" userId="708cad581216fcb4" providerId="LiveId" clId="{72D7EF49-C36C-4A33-B6E3-4E40D7096B86}" dt="2025-11-19T15:53:35.914" v="30" actId="26606"/>
          <ac:spMkLst>
            <pc:docMk/>
            <pc:sldMk cId="1349101901" sldId="270"/>
            <ac:spMk id="3" creationId="{713C8D3B-D395-5C58-D6FA-E61F059DD979}"/>
          </ac:spMkLst>
        </pc:spChg>
        <pc:spChg chg="add del">
          <ac:chgData name="Kaleb Torres" userId="708cad581216fcb4" providerId="LiveId" clId="{72D7EF49-C36C-4A33-B6E3-4E40D7096B86}" dt="2025-11-19T15:53:34.117" v="27" actId="26606"/>
          <ac:spMkLst>
            <pc:docMk/>
            <pc:sldMk cId="1349101901" sldId="270"/>
            <ac:spMk id="8" creationId="{F837543A-6020-4505-A233-C9DB4BF74011}"/>
          </ac:spMkLst>
        </pc:spChg>
        <pc:spChg chg="add del">
          <ac:chgData name="Kaleb Torres" userId="708cad581216fcb4" providerId="LiveId" clId="{72D7EF49-C36C-4A33-B6E3-4E40D7096B86}" dt="2025-11-19T15:53:31.358" v="25" actId="26606"/>
          <ac:spMkLst>
            <pc:docMk/>
            <pc:sldMk cId="1349101901" sldId="270"/>
            <ac:spMk id="9" creationId="{04812C46-200A-4DEB-A05E-3ED6C68C2387}"/>
          </ac:spMkLst>
        </pc:spChg>
        <pc:spChg chg="add del">
          <ac:chgData name="Kaleb Torres" userId="708cad581216fcb4" providerId="LiveId" clId="{72D7EF49-C36C-4A33-B6E3-4E40D7096B86}" dt="2025-11-19T15:53:34.117" v="27" actId="26606"/>
          <ac:spMkLst>
            <pc:docMk/>
            <pc:sldMk cId="1349101901" sldId="270"/>
            <ac:spMk id="10" creationId="{35B16301-FB18-48BA-A6DD-C37CAF6F9A18}"/>
          </ac:spMkLst>
        </pc:spChg>
        <pc:spChg chg="add del">
          <ac:chgData name="Kaleb Torres" userId="708cad581216fcb4" providerId="LiveId" clId="{72D7EF49-C36C-4A33-B6E3-4E40D7096B86}" dt="2025-11-19T15:53:31.358" v="25" actId="26606"/>
          <ac:spMkLst>
            <pc:docMk/>
            <pc:sldMk cId="1349101901" sldId="270"/>
            <ac:spMk id="11" creationId="{D1EA859B-E555-4109-94F3-6700E046E008}"/>
          </ac:spMkLst>
        </pc:spChg>
        <pc:spChg chg="add del">
          <ac:chgData name="Kaleb Torres" userId="708cad581216fcb4" providerId="LiveId" clId="{72D7EF49-C36C-4A33-B6E3-4E40D7096B86}" dt="2025-11-19T15:53:34.117" v="27" actId="26606"/>
          <ac:spMkLst>
            <pc:docMk/>
            <pc:sldMk cId="1349101901" sldId="270"/>
            <ac:spMk id="12" creationId="{C3C0D90E-074A-4F52-9B11-B52BEF4BCBE5}"/>
          </ac:spMkLst>
        </pc:spChg>
        <pc:spChg chg="add del">
          <ac:chgData name="Kaleb Torres" userId="708cad581216fcb4" providerId="LiveId" clId="{72D7EF49-C36C-4A33-B6E3-4E40D7096B86}" dt="2025-11-19T15:53:34.117" v="27" actId="26606"/>
          <ac:spMkLst>
            <pc:docMk/>
            <pc:sldMk cId="1349101901" sldId="270"/>
            <ac:spMk id="14" creationId="{CABBD4C1-E6F8-46F6-8152-A8A97490BF4D}"/>
          </ac:spMkLst>
        </pc:spChg>
        <pc:spChg chg="add del">
          <ac:chgData name="Kaleb Torres" userId="708cad581216fcb4" providerId="LiveId" clId="{72D7EF49-C36C-4A33-B6E3-4E40D7096B86}" dt="2025-11-19T15:53:34.117" v="27" actId="26606"/>
          <ac:spMkLst>
            <pc:docMk/>
            <pc:sldMk cId="1349101901" sldId="270"/>
            <ac:spMk id="16" creationId="{83BA5EF5-1FE9-4BF9-83BB-269BCDDF6156}"/>
          </ac:spMkLst>
        </pc:spChg>
        <pc:spChg chg="add del">
          <ac:chgData name="Kaleb Torres" userId="708cad581216fcb4" providerId="LiveId" clId="{72D7EF49-C36C-4A33-B6E3-4E40D7096B86}" dt="2025-11-19T15:53:34.117" v="27" actId="26606"/>
          <ac:spMkLst>
            <pc:docMk/>
            <pc:sldMk cId="1349101901" sldId="270"/>
            <ac:spMk id="20" creationId="{88853921-7BC9-4BDE-ACAB-133C683C82D6}"/>
          </ac:spMkLst>
        </pc:spChg>
        <pc:spChg chg="add del">
          <ac:chgData name="Kaleb Torres" userId="708cad581216fcb4" providerId="LiveId" clId="{72D7EF49-C36C-4A33-B6E3-4E40D7096B86}" dt="2025-11-19T15:53:34.117" v="27" actId="26606"/>
          <ac:spMkLst>
            <pc:docMk/>
            <pc:sldMk cId="1349101901" sldId="270"/>
            <ac:spMk id="22" creationId="{09192968-3AE7-4470-A61C-97294BB92731}"/>
          </ac:spMkLst>
        </pc:spChg>
        <pc:spChg chg="add del">
          <ac:chgData name="Kaleb Torres" userId="708cad581216fcb4" providerId="LiveId" clId="{72D7EF49-C36C-4A33-B6E3-4E40D7096B86}" dt="2025-11-19T15:53:34.117" v="27" actId="26606"/>
          <ac:spMkLst>
            <pc:docMk/>
            <pc:sldMk cId="1349101901" sldId="270"/>
            <ac:spMk id="24" creationId="{3AB72E55-43E4-4356-BFE8-E2102CB0B505}"/>
          </ac:spMkLst>
        </pc:spChg>
        <pc:spChg chg="add del">
          <ac:chgData name="Kaleb Torres" userId="708cad581216fcb4" providerId="LiveId" clId="{72D7EF49-C36C-4A33-B6E3-4E40D7096B86}" dt="2025-11-19T15:53:35.899" v="29" actId="26606"/>
          <ac:spMkLst>
            <pc:docMk/>
            <pc:sldMk cId="1349101901" sldId="270"/>
            <ac:spMk id="26" creationId="{04812C46-200A-4DEB-A05E-3ED6C68C2387}"/>
          </ac:spMkLst>
        </pc:spChg>
        <pc:spChg chg="add del">
          <ac:chgData name="Kaleb Torres" userId="708cad581216fcb4" providerId="LiveId" clId="{72D7EF49-C36C-4A33-B6E3-4E40D7096B86}" dt="2025-11-19T15:53:35.899" v="29" actId="26606"/>
          <ac:spMkLst>
            <pc:docMk/>
            <pc:sldMk cId="1349101901" sldId="270"/>
            <ac:spMk id="28" creationId="{D1EA859B-E555-4109-94F3-6700E046E008}"/>
          </ac:spMkLst>
        </pc:spChg>
        <pc:spChg chg="add">
          <ac:chgData name="Kaleb Torres" userId="708cad581216fcb4" providerId="LiveId" clId="{72D7EF49-C36C-4A33-B6E3-4E40D7096B86}" dt="2025-11-19T15:53:35.914" v="30" actId="26606"/>
          <ac:spMkLst>
            <pc:docMk/>
            <pc:sldMk cId="1349101901" sldId="270"/>
            <ac:spMk id="30" creationId="{F837543A-6020-4505-A233-C9DB4BF74011}"/>
          </ac:spMkLst>
        </pc:spChg>
        <pc:spChg chg="add">
          <ac:chgData name="Kaleb Torres" userId="708cad581216fcb4" providerId="LiveId" clId="{72D7EF49-C36C-4A33-B6E3-4E40D7096B86}" dt="2025-11-19T15:53:35.914" v="30" actId="26606"/>
          <ac:spMkLst>
            <pc:docMk/>
            <pc:sldMk cId="1349101901" sldId="270"/>
            <ac:spMk id="31" creationId="{35B16301-FB18-48BA-A6DD-C37CAF6F9A18}"/>
          </ac:spMkLst>
        </pc:spChg>
        <pc:spChg chg="add">
          <ac:chgData name="Kaleb Torres" userId="708cad581216fcb4" providerId="LiveId" clId="{72D7EF49-C36C-4A33-B6E3-4E40D7096B86}" dt="2025-11-19T15:53:35.914" v="30" actId="26606"/>
          <ac:spMkLst>
            <pc:docMk/>
            <pc:sldMk cId="1349101901" sldId="270"/>
            <ac:spMk id="32" creationId="{C3C0D90E-074A-4F52-9B11-B52BEF4BCBE5}"/>
          </ac:spMkLst>
        </pc:spChg>
        <pc:spChg chg="add">
          <ac:chgData name="Kaleb Torres" userId="708cad581216fcb4" providerId="LiveId" clId="{72D7EF49-C36C-4A33-B6E3-4E40D7096B86}" dt="2025-11-19T15:53:35.914" v="30" actId="26606"/>
          <ac:spMkLst>
            <pc:docMk/>
            <pc:sldMk cId="1349101901" sldId="270"/>
            <ac:spMk id="33" creationId="{CABBD4C1-E6F8-46F6-8152-A8A97490BF4D}"/>
          </ac:spMkLst>
        </pc:spChg>
        <pc:spChg chg="add">
          <ac:chgData name="Kaleb Torres" userId="708cad581216fcb4" providerId="LiveId" clId="{72D7EF49-C36C-4A33-B6E3-4E40D7096B86}" dt="2025-11-19T15:53:35.914" v="30" actId="26606"/>
          <ac:spMkLst>
            <pc:docMk/>
            <pc:sldMk cId="1349101901" sldId="270"/>
            <ac:spMk id="34" creationId="{83BA5EF5-1FE9-4BF9-83BB-269BCDDF6156}"/>
          </ac:spMkLst>
        </pc:spChg>
        <pc:spChg chg="add">
          <ac:chgData name="Kaleb Torres" userId="708cad581216fcb4" providerId="LiveId" clId="{72D7EF49-C36C-4A33-B6E3-4E40D7096B86}" dt="2025-11-19T15:53:35.914" v="30" actId="26606"/>
          <ac:spMkLst>
            <pc:docMk/>
            <pc:sldMk cId="1349101901" sldId="270"/>
            <ac:spMk id="36" creationId="{88853921-7BC9-4BDE-ACAB-133C683C82D6}"/>
          </ac:spMkLst>
        </pc:spChg>
        <pc:spChg chg="add">
          <ac:chgData name="Kaleb Torres" userId="708cad581216fcb4" providerId="LiveId" clId="{72D7EF49-C36C-4A33-B6E3-4E40D7096B86}" dt="2025-11-19T15:53:35.914" v="30" actId="26606"/>
          <ac:spMkLst>
            <pc:docMk/>
            <pc:sldMk cId="1349101901" sldId="270"/>
            <ac:spMk id="37" creationId="{09192968-3AE7-4470-A61C-97294BB92731}"/>
          </ac:spMkLst>
        </pc:spChg>
        <pc:spChg chg="add">
          <ac:chgData name="Kaleb Torres" userId="708cad581216fcb4" providerId="LiveId" clId="{72D7EF49-C36C-4A33-B6E3-4E40D7096B86}" dt="2025-11-19T15:53:35.914" v="30" actId="26606"/>
          <ac:spMkLst>
            <pc:docMk/>
            <pc:sldMk cId="1349101901" sldId="270"/>
            <ac:spMk id="38" creationId="{3AB72E55-43E4-4356-BFE8-E2102CB0B505}"/>
          </ac:spMkLst>
        </pc:spChg>
        <pc:picChg chg="add del">
          <ac:chgData name="Kaleb Torres" userId="708cad581216fcb4" providerId="LiveId" clId="{72D7EF49-C36C-4A33-B6E3-4E40D7096B86}" dt="2025-11-19T15:53:31.358" v="25" actId="26606"/>
          <ac:picMkLst>
            <pc:docMk/>
            <pc:sldMk cId="1349101901" sldId="270"/>
            <ac:picMk id="5" creationId="{08B5B3BF-4680-6D45-B376-F81212353680}"/>
          </ac:picMkLst>
        </pc:picChg>
        <pc:picChg chg="add del">
          <ac:chgData name="Kaleb Torres" userId="708cad581216fcb4" providerId="LiveId" clId="{72D7EF49-C36C-4A33-B6E3-4E40D7096B86}" dt="2025-11-19T15:53:35.899" v="29" actId="26606"/>
          <ac:picMkLst>
            <pc:docMk/>
            <pc:sldMk cId="1349101901" sldId="270"/>
            <ac:picMk id="27" creationId="{08B5B3BF-4680-6D45-B376-F81212353680}"/>
          </ac:picMkLst>
        </pc:picChg>
        <pc:cxnChg chg="add del">
          <ac:chgData name="Kaleb Torres" userId="708cad581216fcb4" providerId="LiveId" clId="{72D7EF49-C36C-4A33-B6E3-4E40D7096B86}" dt="2025-11-19T15:53:34.117" v="27" actId="26606"/>
          <ac:cxnSpMkLst>
            <pc:docMk/>
            <pc:sldMk cId="1349101901" sldId="270"/>
            <ac:cxnSpMk id="18" creationId="{4B3BCACB-5880-460B-9606-8C433A9AF99D}"/>
          </ac:cxnSpMkLst>
        </pc:cxnChg>
        <pc:cxnChg chg="add">
          <ac:chgData name="Kaleb Torres" userId="708cad581216fcb4" providerId="LiveId" clId="{72D7EF49-C36C-4A33-B6E3-4E40D7096B86}" dt="2025-11-19T15:53:35.914" v="30" actId="26606"/>
          <ac:cxnSpMkLst>
            <pc:docMk/>
            <pc:sldMk cId="1349101901" sldId="270"/>
            <ac:cxnSpMk id="35" creationId="{4B3BCACB-5880-460B-9606-8C433A9AF99D}"/>
          </ac:cxnSpMkLst>
        </pc:cxnChg>
      </pc:sldChg>
      <pc:sldChg chg="addSp delSp modSp new mod setBg modClrScheme chgLayout">
        <pc:chgData name="Kaleb Torres" userId="708cad581216fcb4" providerId="LiveId" clId="{72D7EF49-C36C-4A33-B6E3-4E40D7096B86}" dt="2025-11-19T16:00:15.063" v="76" actId="1076"/>
        <pc:sldMkLst>
          <pc:docMk/>
          <pc:sldMk cId="940951283" sldId="271"/>
        </pc:sldMkLst>
        <pc:spChg chg="del mod ord">
          <ac:chgData name="Kaleb Torres" userId="708cad581216fcb4" providerId="LiveId" clId="{72D7EF49-C36C-4A33-B6E3-4E40D7096B86}" dt="2025-11-19T15:58:01.623" v="45" actId="700"/>
          <ac:spMkLst>
            <pc:docMk/>
            <pc:sldMk cId="940951283" sldId="271"/>
            <ac:spMk id="2" creationId="{11B76666-8EB5-0175-87F2-D1639D745554}"/>
          </ac:spMkLst>
        </pc:spChg>
        <pc:spChg chg="del mod ord">
          <ac:chgData name="Kaleb Torres" userId="708cad581216fcb4" providerId="LiveId" clId="{72D7EF49-C36C-4A33-B6E3-4E40D7096B86}" dt="2025-11-19T15:58:01.623" v="45" actId="700"/>
          <ac:spMkLst>
            <pc:docMk/>
            <pc:sldMk cId="940951283" sldId="271"/>
            <ac:spMk id="3" creationId="{8D3D9475-B352-168A-58D4-CBF8BB82E8D5}"/>
          </ac:spMkLst>
        </pc:spChg>
        <pc:spChg chg="add mod ord">
          <ac:chgData name="Kaleb Torres" userId="708cad581216fcb4" providerId="LiveId" clId="{72D7EF49-C36C-4A33-B6E3-4E40D7096B86}" dt="2025-11-19T15:58:22.932" v="63" actId="26606"/>
          <ac:spMkLst>
            <pc:docMk/>
            <pc:sldMk cId="940951283" sldId="271"/>
            <ac:spMk id="4" creationId="{FBF8158A-2207-8CCD-D223-72441A2D4978}"/>
          </ac:spMkLst>
        </pc:spChg>
        <pc:spChg chg="add del mod ord">
          <ac:chgData name="Kaleb Torres" userId="708cad581216fcb4" providerId="LiveId" clId="{72D7EF49-C36C-4A33-B6E3-4E40D7096B86}" dt="2025-11-19T15:58:19.136" v="62" actId="478"/>
          <ac:spMkLst>
            <pc:docMk/>
            <pc:sldMk cId="940951283" sldId="271"/>
            <ac:spMk id="5" creationId="{6ADE86B4-2C11-5F48-7577-D4C6F7B4BA6B}"/>
          </ac:spMkLst>
        </pc:spChg>
        <pc:spChg chg="add mod">
          <ac:chgData name="Kaleb Torres" userId="708cad581216fcb4" providerId="LiveId" clId="{72D7EF49-C36C-4A33-B6E3-4E40D7096B86}" dt="2025-11-19T16:00:15.063" v="76" actId="1076"/>
          <ac:spMkLst>
            <pc:docMk/>
            <pc:sldMk cId="940951283" sldId="271"/>
            <ac:spMk id="6" creationId="{C843CE9A-3BE8-AC3E-1A6D-2B08C0940579}"/>
          </ac:spMkLst>
        </pc:spChg>
        <pc:spChg chg="add">
          <ac:chgData name="Kaleb Torres" userId="708cad581216fcb4" providerId="LiveId" clId="{72D7EF49-C36C-4A33-B6E3-4E40D7096B86}" dt="2025-11-19T15:58:22.932" v="63" actId="26606"/>
          <ac:spMkLst>
            <pc:docMk/>
            <pc:sldMk cId="940951283" sldId="271"/>
            <ac:spMk id="9" creationId="{3677BAFB-3BD3-41BB-9107-FAE224AE21C4}"/>
          </ac:spMkLst>
        </pc:spChg>
        <pc:spChg chg="add">
          <ac:chgData name="Kaleb Torres" userId="708cad581216fcb4" providerId="LiveId" clId="{72D7EF49-C36C-4A33-B6E3-4E40D7096B86}" dt="2025-11-19T15:58:22.932" v="63" actId="26606"/>
          <ac:spMkLst>
            <pc:docMk/>
            <pc:sldMk cId="940951283" sldId="271"/>
            <ac:spMk id="11" creationId="{E6823A9B-C188-42D4-847C-3AD928DB145C}"/>
          </ac:spMkLst>
        </pc:spChg>
        <pc:spChg chg="add">
          <ac:chgData name="Kaleb Torres" userId="708cad581216fcb4" providerId="LiveId" clId="{72D7EF49-C36C-4A33-B6E3-4E40D7096B86}" dt="2025-11-19T15:58:22.932" v="63" actId="26606"/>
          <ac:spMkLst>
            <pc:docMk/>
            <pc:sldMk cId="940951283" sldId="271"/>
            <ac:spMk id="13" creationId="{34B557F3-1A0C-4749-A6DB-EAC082DF390B}"/>
          </ac:spMkLst>
        </pc:spChg>
        <pc:spChg chg="add">
          <ac:chgData name="Kaleb Torres" userId="708cad581216fcb4" providerId="LiveId" clId="{72D7EF49-C36C-4A33-B6E3-4E40D7096B86}" dt="2025-11-19T15:58:22.932" v="63" actId="26606"/>
          <ac:spMkLst>
            <pc:docMk/>
            <pc:sldMk cId="940951283" sldId="271"/>
            <ac:spMk id="15" creationId="{55D55AA6-3751-494F-868A-DCEDC5CE82BF}"/>
          </ac:spMkLst>
        </pc:spChg>
        <pc:spChg chg="add">
          <ac:chgData name="Kaleb Torres" userId="708cad581216fcb4" providerId="LiveId" clId="{72D7EF49-C36C-4A33-B6E3-4E40D7096B86}" dt="2025-11-19T15:58:22.932" v="63" actId="26606"/>
          <ac:spMkLst>
            <pc:docMk/>
            <pc:sldMk cId="940951283" sldId="271"/>
            <ac:spMk id="17" creationId="{4D4C00DC-4DC6-4CD2-9E31-F17E6CEBC5A6}"/>
          </ac:spMkLst>
        </pc:spChg>
        <pc:spChg chg="add">
          <ac:chgData name="Kaleb Torres" userId="708cad581216fcb4" providerId="LiveId" clId="{72D7EF49-C36C-4A33-B6E3-4E40D7096B86}" dt="2025-11-19T15:58:22.932" v="63" actId="26606"/>
          <ac:spMkLst>
            <pc:docMk/>
            <pc:sldMk cId="940951283" sldId="271"/>
            <ac:spMk id="19" creationId="{D82AB1B2-7970-42CF-8BF5-567C69E9FFFB}"/>
          </ac:spMkLst>
        </pc:spChg>
        <pc:spChg chg="add">
          <ac:chgData name="Kaleb Torres" userId="708cad581216fcb4" providerId="LiveId" clId="{72D7EF49-C36C-4A33-B6E3-4E40D7096B86}" dt="2025-11-19T15:58:22.932" v="63" actId="26606"/>
          <ac:spMkLst>
            <pc:docMk/>
            <pc:sldMk cId="940951283" sldId="271"/>
            <ac:spMk id="25" creationId="{C10FB9CA-E7FA-462C-B537-F1224ED1ACF4}"/>
          </ac:spMkLst>
        </pc:spChg>
        <pc:spChg chg="add">
          <ac:chgData name="Kaleb Torres" userId="708cad581216fcb4" providerId="LiveId" clId="{72D7EF49-C36C-4A33-B6E3-4E40D7096B86}" dt="2025-11-19T15:58:22.932" v="63" actId="26606"/>
          <ac:spMkLst>
            <pc:docMk/>
            <pc:sldMk cId="940951283" sldId="271"/>
            <ac:spMk id="27" creationId="{D8469AE7-A75B-4F37-850B-EF5974ABED2C}"/>
          </ac:spMkLst>
        </pc:spChg>
        <pc:grpChg chg="add">
          <ac:chgData name="Kaleb Torres" userId="708cad581216fcb4" providerId="LiveId" clId="{72D7EF49-C36C-4A33-B6E3-4E40D7096B86}" dt="2025-11-19T15:58:22.932" v="63" actId="26606"/>
          <ac:grpSpMkLst>
            <pc:docMk/>
            <pc:sldMk cId="940951283" sldId="271"/>
            <ac:grpSpMk id="21" creationId="{66FB5A75-BDE2-4F12-A95B-C48788A7685C}"/>
          </ac:grpSpMkLst>
        </pc:grpChg>
      </pc:sldChg>
    </pc:docChg>
  </pc:docChgLst>
  <pc:docChgLst>
    <pc:chgData name="Kaleb Torres" userId="708cad581216fcb4" providerId="LiveId" clId="{BC32BA14-EAE1-4D70-A0AC-BCF976ED902B}"/>
    <pc:docChg chg="undo custSel addSld modSld">
      <pc:chgData name="Kaleb Torres" userId="708cad581216fcb4" providerId="LiveId" clId="{BC32BA14-EAE1-4D70-A0AC-BCF976ED902B}" dt="2025-11-19T14:34:17.636" v="160" actId="1076"/>
      <pc:docMkLst>
        <pc:docMk/>
      </pc:docMkLst>
      <pc:sldChg chg="modSp mod">
        <pc:chgData name="Kaleb Torres" userId="708cad581216fcb4" providerId="LiveId" clId="{BC32BA14-EAE1-4D70-A0AC-BCF976ED902B}" dt="2025-11-19T14:34:17.636" v="160" actId="1076"/>
        <pc:sldMkLst>
          <pc:docMk/>
          <pc:sldMk cId="1183289412" sldId="256"/>
        </pc:sldMkLst>
        <pc:spChg chg="mod">
          <ac:chgData name="Kaleb Torres" userId="708cad581216fcb4" providerId="LiveId" clId="{BC32BA14-EAE1-4D70-A0AC-BCF976ED902B}" dt="2025-11-19T14:34:17.636" v="160" actId="1076"/>
          <ac:spMkLst>
            <pc:docMk/>
            <pc:sldMk cId="1183289412" sldId="256"/>
            <ac:spMk id="2" creationId="{02D8BE38-88DA-D011-E27C-EBE4545ADD5D}"/>
          </ac:spMkLst>
        </pc:spChg>
        <pc:spChg chg="mod">
          <ac:chgData name="Kaleb Torres" userId="708cad581216fcb4" providerId="LiveId" clId="{BC32BA14-EAE1-4D70-A0AC-BCF976ED902B}" dt="2025-11-19T14:34:15.132" v="159" actId="1076"/>
          <ac:spMkLst>
            <pc:docMk/>
            <pc:sldMk cId="1183289412" sldId="256"/>
            <ac:spMk id="3" creationId="{18631FE9-BD76-4FD0-DBE7-AA5EBEECA829}"/>
          </ac:spMkLst>
        </pc:spChg>
        <pc:spChg chg="mod">
          <ac:chgData name="Kaleb Torres" userId="708cad581216fcb4" providerId="LiveId" clId="{BC32BA14-EAE1-4D70-A0AC-BCF976ED902B}" dt="2025-11-19T14:34:02.045" v="155" actId="404"/>
          <ac:spMkLst>
            <pc:docMk/>
            <pc:sldMk cId="1183289412" sldId="256"/>
            <ac:spMk id="5" creationId="{32370177-42E3-FF49-0A4C-DC68EFE64402}"/>
          </ac:spMkLst>
        </pc:spChg>
      </pc:sldChg>
      <pc:sldChg chg="modSp mod">
        <pc:chgData name="Kaleb Torres" userId="708cad581216fcb4" providerId="LiveId" clId="{BC32BA14-EAE1-4D70-A0AC-BCF976ED902B}" dt="2025-11-19T14:27:25.826" v="129" actId="20577"/>
        <pc:sldMkLst>
          <pc:docMk/>
          <pc:sldMk cId="1627428205" sldId="257"/>
        </pc:sldMkLst>
        <pc:spChg chg="mod">
          <ac:chgData name="Kaleb Torres" userId="708cad581216fcb4" providerId="LiveId" clId="{BC32BA14-EAE1-4D70-A0AC-BCF976ED902B}" dt="2025-11-19T14:27:25.826" v="129" actId="20577"/>
          <ac:spMkLst>
            <pc:docMk/>
            <pc:sldMk cId="1627428205" sldId="257"/>
            <ac:spMk id="2" creationId="{F5836CDB-C61E-7773-48DD-7407F599DC72}"/>
          </ac:spMkLst>
        </pc:spChg>
      </pc:sldChg>
      <pc:sldChg chg="modSp mod">
        <pc:chgData name="Kaleb Torres" userId="708cad581216fcb4" providerId="LiveId" clId="{BC32BA14-EAE1-4D70-A0AC-BCF976ED902B}" dt="2025-11-19T14:25:51.281" v="70" actId="20577"/>
        <pc:sldMkLst>
          <pc:docMk/>
          <pc:sldMk cId="3609986844" sldId="261"/>
        </pc:sldMkLst>
        <pc:spChg chg="mod">
          <ac:chgData name="Kaleb Torres" userId="708cad581216fcb4" providerId="LiveId" clId="{BC32BA14-EAE1-4D70-A0AC-BCF976ED902B}" dt="2025-11-19T14:25:51.281" v="70" actId="20577"/>
          <ac:spMkLst>
            <pc:docMk/>
            <pc:sldMk cId="3609986844" sldId="261"/>
            <ac:spMk id="2" creationId="{258AF78D-924E-B525-F086-1F3BB5ADDF6B}"/>
          </ac:spMkLst>
        </pc:spChg>
      </pc:sldChg>
      <pc:sldChg chg="addSp delSp modSp new mod">
        <pc:chgData name="Kaleb Torres" userId="708cad581216fcb4" providerId="LiveId" clId="{BC32BA14-EAE1-4D70-A0AC-BCF976ED902B}" dt="2025-11-19T14:27:01.226" v="95" actId="20577"/>
        <pc:sldMkLst>
          <pc:docMk/>
          <pc:sldMk cId="3739696858" sldId="266"/>
        </pc:sldMkLst>
        <pc:spChg chg="mod">
          <ac:chgData name="Kaleb Torres" userId="708cad581216fcb4" providerId="LiveId" clId="{BC32BA14-EAE1-4D70-A0AC-BCF976ED902B}" dt="2025-11-19T14:27:01.226" v="95" actId="20577"/>
          <ac:spMkLst>
            <pc:docMk/>
            <pc:sldMk cId="3739696858" sldId="266"/>
            <ac:spMk id="2" creationId="{0F0DB1B4-BBD7-78D5-8408-41DB48F8B816}"/>
          </ac:spMkLst>
        </pc:spChg>
        <pc:spChg chg="del mod">
          <ac:chgData name="Kaleb Torres" userId="708cad581216fcb4" providerId="LiveId" clId="{BC32BA14-EAE1-4D70-A0AC-BCF976ED902B}" dt="2025-11-19T14:26:50.072" v="76" actId="22"/>
          <ac:spMkLst>
            <pc:docMk/>
            <pc:sldMk cId="3739696858" sldId="266"/>
            <ac:spMk id="3" creationId="{21F3679D-7C7E-3A08-9ECD-C58F72DAC2D2}"/>
          </ac:spMkLst>
        </pc:spChg>
        <pc:picChg chg="add mod ord">
          <ac:chgData name="Kaleb Torres" userId="708cad581216fcb4" providerId="LiveId" clId="{BC32BA14-EAE1-4D70-A0AC-BCF976ED902B}" dt="2025-11-19T14:26:50.072" v="76" actId="22"/>
          <ac:picMkLst>
            <pc:docMk/>
            <pc:sldMk cId="3739696858" sldId="266"/>
            <ac:picMk id="5" creationId="{49EBE781-D3F7-5990-FD92-20316264DF72}"/>
          </ac:picMkLst>
        </pc:picChg>
      </pc:sldChg>
      <pc:sldChg chg="modSp new mod">
        <pc:chgData name="Kaleb Torres" userId="708cad581216fcb4" providerId="LiveId" clId="{BC32BA14-EAE1-4D70-A0AC-BCF976ED902B}" dt="2025-11-19T14:27:46.594" v="135" actId="20577"/>
        <pc:sldMkLst>
          <pc:docMk/>
          <pc:sldMk cId="1990215139" sldId="267"/>
        </pc:sldMkLst>
        <pc:spChg chg="mod">
          <ac:chgData name="Kaleb Torres" userId="708cad581216fcb4" providerId="LiveId" clId="{BC32BA14-EAE1-4D70-A0AC-BCF976ED902B}" dt="2025-11-19T14:27:46.594" v="135" actId="20577"/>
          <ac:spMkLst>
            <pc:docMk/>
            <pc:sldMk cId="1990215139" sldId="267"/>
            <ac:spMk id="2" creationId="{F6FA7736-82F8-59EE-4632-99E66F74C292}"/>
          </ac:spMkLst>
        </pc:spChg>
      </pc:sldChg>
      <pc:sldChg chg="modSp new mod">
        <pc:chgData name="Kaleb Torres" userId="708cad581216fcb4" providerId="LiveId" clId="{BC32BA14-EAE1-4D70-A0AC-BCF976ED902B}" dt="2025-11-19T14:27:52.833" v="150" actId="20577"/>
        <pc:sldMkLst>
          <pc:docMk/>
          <pc:sldMk cId="4292986642" sldId="268"/>
        </pc:sldMkLst>
        <pc:spChg chg="mod">
          <ac:chgData name="Kaleb Torres" userId="708cad581216fcb4" providerId="LiveId" clId="{BC32BA14-EAE1-4D70-A0AC-BCF976ED902B}" dt="2025-11-19T14:27:52.833" v="150" actId="20577"/>
          <ac:spMkLst>
            <pc:docMk/>
            <pc:sldMk cId="4292986642" sldId="268"/>
            <ac:spMk id="2" creationId="{0C0BE65E-E323-E6B0-7C90-99946676C061}"/>
          </ac:spMkLst>
        </pc:spChg>
      </pc:sldChg>
      <pc:sldChg chg="new">
        <pc:chgData name="Kaleb Torres" userId="708cad581216fcb4" providerId="LiveId" clId="{BC32BA14-EAE1-4D70-A0AC-BCF976ED902B}" dt="2025-11-19T14:33:40.434" v="151" actId="680"/>
        <pc:sldMkLst>
          <pc:docMk/>
          <pc:sldMk cId="1234842984" sldId="269"/>
        </pc:sldMkLst>
      </pc:sldChg>
      <pc:sldChg chg="modSp new">
        <pc:chgData name="Kaleb Torres" userId="708cad581216fcb4" providerId="LiveId" clId="{BC32BA14-EAE1-4D70-A0AC-BCF976ED902B}" dt="2025-11-19T14:33:41.843" v="153"/>
        <pc:sldMkLst>
          <pc:docMk/>
          <pc:sldMk cId="1349101901" sldId="270"/>
        </pc:sldMkLst>
        <pc:spChg chg="mod">
          <ac:chgData name="Kaleb Torres" userId="708cad581216fcb4" providerId="LiveId" clId="{BC32BA14-EAE1-4D70-A0AC-BCF976ED902B}" dt="2025-11-19T14:33:41.843" v="153"/>
          <ac:spMkLst>
            <pc:docMk/>
            <pc:sldMk cId="1349101901" sldId="270"/>
            <ac:spMk id="3" creationId="{713C8D3B-D395-5C58-D6FA-E61F059DD979}"/>
          </ac:spMkLst>
        </pc:spChg>
      </pc:sldChg>
    </pc:docChg>
  </pc:docChgLst>
</pc:chgInfo>
</file>

<file path=ppt/diagrams/_rels/data1.xml.rels><?xml version="1.0" encoding="UTF-8" standalone="yes"?>
<Relationships xmlns="http://schemas.openxmlformats.org/package/2006/relationships"><Relationship Id="rId8" Type="http://schemas.openxmlformats.org/officeDocument/2006/relationships/image" Target="../media/image10.svg"/><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image" Target="../media/image4.svg"/><Relationship Id="rId1" Type="http://schemas.openxmlformats.org/officeDocument/2006/relationships/image" Target="../media/image3.png"/><Relationship Id="rId6" Type="http://schemas.openxmlformats.org/officeDocument/2006/relationships/image" Target="../media/image8.svg"/><Relationship Id="rId5" Type="http://schemas.openxmlformats.org/officeDocument/2006/relationships/image" Target="../media/image7.png"/><Relationship Id="rId10" Type="http://schemas.openxmlformats.org/officeDocument/2006/relationships/image" Target="../media/image12.svg"/><Relationship Id="rId4" Type="http://schemas.openxmlformats.org/officeDocument/2006/relationships/image" Target="../media/image6.svg"/><Relationship Id="rId9" Type="http://schemas.openxmlformats.org/officeDocument/2006/relationships/image" Target="../media/image11.png"/></Relationships>
</file>

<file path=ppt/diagrams/_rels/drawing1.xml.rels><?xml version="1.0" encoding="UTF-8" standalone="yes"?>
<Relationships xmlns="http://schemas.openxmlformats.org/package/2006/relationships"><Relationship Id="rId8" Type="http://schemas.openxmlformats.org/officeDocument/2006/relationships/image" Target="../media/image10.svg"/><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image" Target="../media/image4.svg"/><Relationship Id="rId1" Type="http://schemas.openxmlformats.org/officeDocument/2006/relationships/image" Target="../media/image3.png"/><Relationship Id="rId6" Type="http://schemas.openxmlformats.org/officeDocument/2006/relationships/image" Target="../media/image8.svg"/><Relationship Id="rId5" Type="http://schemas.openxmlformats.org/officeDocument/2006/relationships/image" Target="../media/image7.png"/><Relationship Id="rId10" Type="http://schemas.openxmlformats.org/officeDocument/2006/relationships/image" Target="../media/image12.svg"/><Relationship Id="rId4" Type="http://schemas.openxmlformats.org/officeDocument/2006/relationships/image" Target="../media/image6.svg"/><Relationship Id="rId9" Type="http://schemas.openxmlformats.org/officeDocument/2006/relationships/image" Target="../media/image11.png"/></Relationships>
</file>

<file path=ppt/diagrams/colors1.xml><?xml version="1.0" encoding="utf-8"?>
<dgm:colorsDef xmlns:dgm="http://schemas.openxmlformats.org/drawingml/2006/diagram" xmlns:a="http://schemas.openxmlformats.org/drawingml/2006/main" uniqueId="urn:microsoft.com/office/officeart/2018/5/colors/Iconchunking_neutralicontext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bg1"/>
    </dgm:txFillClrLst>
    <dgm:txEffectClrLst/>
  </dgm:styleLbl>
</dgm:colorsDef>
</file>

<file path=ppt/diagrams/data1.xml><?xml version="1.0" encoding="utf-8"?>
<dgm:dataModel xmlns:dgm="http://schemas.openxmlformats.org/drawingml/2006/diagram" xmlns:a="http://schemas.openxmlformats.org/drawingml/2006/main">
  <dgm:ptLst>
    <dgm:pt modelId="{4F26A1E4-22A1-43D8-8789-CFF7EC85FDF9}" type="doc">
      <dgm:prSet loTypeId="urn:microsoft.com/office/officeart/2018/2/layout/IconVerticalSolidList" loCatId="icon" qsTypeId="urn:microsoft.com/office/officeart/2005/8/quickstyle/simple1" qsCatId="simple" csTypeId="urn:microsoft.com/office/officeart/2018/5/colors/Iconchunking_neutralicontext_colorful1" csCatId="colorful" phldr="1"/>
      <dgm:spPr/>
      <dgm:t>
        <a:bodyPr/>
        <a:lstStyle/>
        <a:p>
          <a:endParaRPr lang="en-US"/>
        </a:p>
      </dgm:t>
    </dgm:pt>
    <dgm:pt modelId="{8C15A78F-1576-42C9-87A6-0CB7A0CE95DE}">
      <dgm:prSet/>
      <dgm:spPr/>
      <dgm:t>
        <a:bodyPr/>
        <a:lstStyle/>
        <a:p>
          <a:r>
            <a:rPr lang="es-MX" b="1" dirty="0" err="1"/>
            <a:t>Equivalence</a:t>
          </a:r>
          <a:r>
            <a:rPr lang="es-MX" b="1" dirty="0"/>
            <a:t> </a:t>
          </a:r>
          <a:r>
            <a:rPr lang="es-MX" b="1" dirty="0" err="1"/>
            <a:t>Class</a:t>
          </a:r>
          <a:r>
            <a:rPr lang="es-MX" b="1" dirty="0"/>
            <a:t> </a:t>
          </a:r>
          <a:r>
            <a:rPr lang="es-MX" b="1" dirty="0" err="1"/>
            <a:t>Partitioning</a:t>
          </a:r>
          <a:r>
            <a:rPr lang="es-MX" b="1" dirty="0"/>
            <a:t> (ECP)</a:t>
          </a:r>
          <a:endParaRPr lang="en-US" dirty="0"/>
        </a:p>
      </dgm:t>
    </dgm:pt>
    <dgm:pt modelId="{C72E3831-6C61-4908-B76A-76FE4B2C5160}" type="parTrans" cxnId="{CDF4D8EC-A72A-463B-92FD-66489B1C388F}">
      <dgm:prSet/>
      <dgm:spPr/>
      <dgm:t>
        <a:bodyPr/>
        <a:lstStyle/>
        <a:p>
          <a:endParaRPr lang="en-US"/>
        </a:p>
      </dgm:t>
    </dgm:pt>
    <dgm:pt modelId="{3D694F96-C39C-48F4-BFCF-2B07C0493B8C}" type="sibTrans" cxnId="{CDF4D8EC-A72A-463B-92FD-66489B1C388F}">
      <dgm:prSet/>
      <dgm:spPr/>
      <dgm:t>
        <a:bodyPr/>
        <a:lstStyle/>
        <a:p>
          <a:endParaRPr lang="en-US"/>
        </a:p>
      </dgm:t>
    </dgm:pt>
    <dgm:pt modelId="{869F4D88-9EF6-4967-A296-9F780DB926BA}">
      <dgm:prSet/>
      <dgm:spPr/>
      <dgm:t>
        <a:bodyPr/>
        <a:lstStyle/>
        <a:p>
          <a:r>
            <a:rPr lang="en-US" b="1" dirty="0"/>
            <a:t>Black-box testing technique used to reduce the number of </a:t>
          </a:r>
          <a:r>
            <a:rPr lang="es-MX" b="1" dirty="0"/>
            <a:t>test cases</a:t>
          </a:r>
          <a:endParaRPr lang="en-US" dirty="0"/>
        </a:p>
      </dgm:t>
    </dgm:pt>
    <dgm:pt modelId="{2A04D546-960A-4AB3-A41E-823D2249552A}" type="parTrans" cxnId="{D2681C0C-DB4E-443C-8CA0-EE9C395CF9D7}">
      <dgm:prSet/>
      <dgm:spPr/>
      <dgm:t>
        <a:bodyPr/>
        <a:lstStyle/>
        <a:p>
          <a:endParaRPr lang="en-US"/>
        </a:p>
      </dgm:t>
    </dgm:pt>
    <dgm:pt modelId="{FFAE0F7A-6D04-4EDC-8865-30F1CBB062A3}" type="sibTrans" cxnId="{D2681C0C-DB4E-443C-8CA0-EE9C395CF9D7}">
      <dgm:prSet/>
      <dgm:spPr/>
      <dgm:t>
        <a:bodyPr/>
        <a:lstStyle/>
        <a:p>
          <a:endParaRPr lang="en-US"/>
        </a:p>
      </dgm:t>
    </dgm:pt>
    <dgm:pt modelId="{32898ECB-02EA-4C50-9CD4-05284EBDF9E6}">
      <dgm:prSet/>
      <dgm:spPr/>
      <dgm:t>
        <a:bodyPr/>
        <a:lstStyle/>
        <a:p>
          <a:r>
            <a:rPr lang="en-US" b="1" dirty="0"/>
            <a:t>Input data is divided into partitions (equivalence</a:t>
          </a:r>
          <a:endParaRPr lang="es-MX" b="1" dirty="0"/>
        </a:p>
        <a:p>
          <a:r>
            <a:rPr lang="es-MX" b="1" dirty="0" err="1"/>
            <a:t>classes</a:t>
          </a:r>
          <a:r>
            <a:rPr lang="es-MX" b="1" dirty="0"/>
            <a:t>)</a:t>
          </a:r>
          <a:endParaRPr lang="en-US" dirty="0"/>
        </a:p>
      </dgm:t>
    </dgm:pt>
    <dgm:pt modelId="{714FA4FD-BC08-4B13-ADAA-82114E181AC7}" type="parTrans" cxnId="{19371BC8-2AE0-4358-B613-B2A3B209CF90}">
      <dgm:prSet/>
      <dgm:spPr/>
      <dgm:t>
        <a:bodyPr/>
        <a:lstStyle/>
        <a:p>
          <a:endParaRPr lang="en-US"/>
        </a:p>
      </dgm:t>
    </dgm:pt>
    <dgm:pt modelId="{389BABD5-A1B6-405A-A53F-C8B5A93C0348}" type="sibTrans" cxnId="{19371BC8-2AE0-4358-B613-B2A3B209CF90}">
      <dgm:prSet/>
      <dgm:spPr/>
      <dgm:t>
        <a:bodyPr/>
        <a:lstStyle/>
        <a:p>
          <a:endParaRPr lang="en-US"/>
        </a:p>
      </dgm:t>
    </dgm:pt>
    <dgm:pt modelId="{81D19DFF-6DBF-4389-B635-E1C79F80B34C}">
      <dgm:prSet/>
      <dgm:spPr/>
      <dgm:t>
        <a:bodyPr/>
        <a:lstStyle/>
        <a:p>
          <a:r>
            <a:rPr lang="en-US" b="1" dirty="0"/>
            <a:t>Each partition represents a set of valid or invalid values</a:t>
          </a:r>
          <a:endParaRPr lang="en-US" dirty="0"/>
        </a:p>
      </dgm:t>
    </dgm:pt>
    <dgm:pt modelId="{CB6B1754-69CE-401B-9C8C-E11D426BF79C}" type="parTrans" cxnId="{E7808C67-661C-4144-A0F4-7C04BEC47894}">
      <dgm:prSet/>
      <dgm:spPr/>
      <dgm:t>
        <a:bodyPr/>
        <a:lstStyle/>
        <a:p>
          <a:endParaRPr lang="en-US"/>
        </a:p>
      </dgm:t>
    </dgm:pt>
    <dgm:pt modelId="{39EC9921-2F0A-48F2-8241-9805D002054D}" type="sibTrans" cxnId="{E7808C67-661C-4144-A0F4-7C04BEC47894}">
      <dgm:prSet/>
      <dgm:spPr/>
      <dgm:t>
        <a:bodyPr/>
        <a:lstStyle/>
        <a:p>
          <a:endParaRPr lang="en-US"/>
        </a:p>
      </dgm:t>
    </dgm:pt>
    <dgm:pt modelId="{42B7BC4C-930E-4CBE-8C51-CA5F0AB70211}">
      <dgm:prSet/>
      <dgm:spPr/>
      <dgm:t>
        <a:bodyPr/>
        <a:lstStyle/>
        <a:p>
          <a:r>
            <a:rPr lang="es-MX" b="1" dirty="0" err="1"/>
            <a:t>One</a:t>
          </a:r>
          <a:r>
            <a:rPr lang="es-MX" b="1" dirty="0"/>
            <a:t> representative </a:t>
          </a:r>
          <a:r>
            <a:rPr lang="es-MX" b="1" dirty="0" err="1"/>
            <a:t>value</a:t>
          </a:r>
          <a:r>
            <a:rPr lang="es-MX" b="1" dirty="0"/>
            <a:t> </a:t>
          </a:r>
          <a:r>
            <a:rPr lang="es-MX" b="1" dirty="0" err="1"/>
            <a:t>from</a:t>
          </a:r>
          <a:r>
            <a:rPr lang="es-MX" b="1" dirty="0"/>
            <a:t> </a:t>
          </a:r>
          <a:r>
            <a:rPr lang="es-MX" b="1" dirty="0" err="1"/>
            <a:t>each</a:t>
          </a:r>
          <a:r>
            <a:rPr lang="es-MX" b="1" dirty="0"/>
            <a:t> </a:t>
          </a:r>
          <a:r>
            <a:rPr lang="es-MX" b="1" dirty="0" err="1"/>
            <a:t>class</a:t>
          </a:r>
          <a:r>
            <a:rPr lang="es-MX" b="1" dirty="0"/>
            <a:t> </a:t>
          </a:r>
          <a:r>
            <a:rPr lang="es-MX" b="1" dirty="0" err="1"/>
            <a:t>is</a:t>
          </a:r>
          <a:r>
            <a:rPr lang="es-MX" b="1" dirty="0"/>
            <a:t> </a:t>
          </a:r>
          <a:r>
            <a:rPr lang="es-MX" b="1" dirty="0" err="1"/>
            <a:t>sufficient</a:t>
          </a:r>
          <a:endParaRPr lang="en-US" dirty="0"/>
        </a:p>
      </dgm:t>
    </dgm:pt>
    <dgm:pt modelId="{95247031-4767-4280-8D92-7F33A88479CD}" type="parTrans" cxnId="{2D595454-4F33-49EB-9786-17B12A50AA39}">
      <dgm:prSet/>
      <dgm:spPr/>
      <dgm:t>
        <a:bodyPr/>
        <a:lstStyle/>
        <a:p>
          <a:endParaRPr lang="en-US"/>
        </a:p>
      </dgm:t>
    </dgm:pt>
    <dgm:pt modelId="{840D07EA-CD39-464E-9F62-0B75258AEE6E}" type="sibTrans" cxnId="{2D595454-4F33-49EB-9786-17B12A50AA39}">
      <dgm:prSet/>
      <dgm:spPr/>
      <dgm:t>
        <a:bodyPr/>
        <a:lstStyle/>
        <a:p>
          <a:endParaRPr lang="en-US"/>
        </a:p>
      </dgm:t>
    </dgm:pt>
    <dgm:pt modelId="{3D8C6FD2-E82C-4903-8505-A252F1E30513}" type="pres">
      <dgm:prSet presAssocID="{4F26A1E4-22A1-43D8-8789-CFF7EC85FDF9}" presName="root" presStyleCnt="0">
        <dgm:presLayoutVars>
          <dgm:dir/>
          <dgm:resizeHandles val="exact"/>
        </dgm:presLayoutVars>
      </dgm:prSet>
      <dgm:spPr/>
    </dgm:pt>
    <dgm:pt modelId="{B13F674F-378B-4C82-B0EF-BBB4846C388E}" type="pres">
      <dgm:prSet presAssocID="{8C15A78F-1576-42C9-87A6-0CB7A0CE95DE}" presName="compNode" presStyleCnt="0"/>
      <dgm:spPr/>
    </dgm:pt>
    <dgm:pt modelId="{A741B327-AE58-4512-ABB9-9D5D4CFFD916}" type="pres">
      <dgm:prSet presAssocID="{8C15A78F-1576-42C9-87A6-0CB7A0CE95DE}" presName="bgRect" presStyleLbl="bgShp" presStyleIdx="0" presStyleCnt="5" custLinFactNeighborX="-975" custLinFactNeighborY="-56024"/>
      <dgm:spPr/>
    </dgm:pt>
    <dgm:pt modelId="{4CC6FA45-5967-48AA-A978-5E6332C6614D}" type="pres">
      <dgm:prSet presAssocID="{8C15A78F-1576-42C9-87A6-0CB7A0CE95DE}" presName="iconRect" presStyleLbl="node1" presStyleIdx="0" presStyleCnt="5"/>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Marketing"/>
        </a:ext>
      </dgm:extLst>
    </dgm:pt>
    <dgm:pt modelId="{7800F9A1-137C-4EE8-B649-C640ADD31DB9}" type="pres">
      <dgm:prSet presAssocID="{8C15A78F-1576-42C9-87A6-0CB7A0CE95DE}" presName="spaceRect" presStyleCnt="0"/>
      <dgm:spPr/>
    </dgm:pt>
    <dgm:pt modelId="{2E7CA6EE-8FD9-4EC5-B454-6AF01DDC1290}" type="pres">
      <dgm:prSet presAssocID="{8C15A78F-1576-42C9-87A6-0CB7A0CE95DE}" presName="parTx" presStyleLbl="revTx" presStyleIdx="0" presStyleCnt="5">
        <dgm:presLayoutVars>
          <dgm:chMax val="0"/>
          <dgm:chPref val="0"/>
        </dgm:presLayoutVars>
      </dgm:prSet>
      <dgm:spPr/>
    </dgm:pt>
    <dgm:pt modelId="{A799A733-CA87-46D4-B34F-A202739E8070}" type="pres">
      <dgm:prSet presAssocID="{3D694F96-C39C-48F4-BFCF-2B07C0493B8C}" presName="sibTrans" presStyleCnt="0"/>
      <dgm:spPr/>
    </dgm:pt>
    <dgm:pt modelId="{ADB3AB8F-3977-4048-A92C-ED8F247DDDC5}" type="pres">
      <dgm:prSet presAssocID="{869F4D88-9EF6-4967-A296-9F780DB926BA}" presName="compNode" presStyleCnt="0"/>
      <dgm:spPr/>
    </dgm:pt>
    <dgm:pt modelId="{C0CAF700-8256-4040-AD97-D4E619EC16F9}" type="pres">
      <dgm:prSet presAssocID="{869F4D88-9EF6-4967-A296-9F780DB926BA}" presName="bgRect" presStyleLbl="bgShp" presStyleIdx="1" presStyleCnt="5"/>
      <dgm:spPr/>
    </dgm:pt>
    <dgm:pt modelId="{C47B2BF9-F309-42B8-A8F9-20CD07824C7A}" type="pres">
      <dgm:prSet presAssocID="{869F4D88-9EF6-4967-A296-9F780DB926BA}" presName="iconRect" presStyleLbl="node1" presStyleIdx="1" presStyleCnt="5"/>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Jerarquía"/>
        </a:ext>
      </dgm:extLst>
    </dgm:pt>
    <dgm:pt modelId="{E3A6056B-BF53-41BA-82BA-3C890D4FA767}" type="pres">
      <dgm:prSet presAssocID="{869F4D88-9EF6-4967-A296-9F780DB926BA}" presName="spaceRect" presStyleCnt="0"/>
      <dgm:spPr/>
    </dgm:pt>
    <dgm:pt modelId="{26795879-A577-4C41-BCD3-576AEBAE3C4C}" type="pres">
      <dgm:prSet presAssocID="{869F4D88-9EF6-4967-A296-9F780DB926BA}" presName="parTx" presStyleLbl="revTx" presStyleIdx="1" presStyleCnt="5">
        <dgm:presLayoutVars>
          <dgm:chMax val="0"/>
          <dgm:chPref val="0"/>
        </dgm:presLayoutVars>
      </dgm:prSet>
      <dgm:spPr/>
    </dgm:pt>
    <dgm:pt modelId="{1B3DF4CB-3642-446D-9849-075957F8A6CF}" type="pres">
      <dgm:prSet presAssocID="{FFAE0F7A-6D04-4EDC-8865-30F1CBB062A3}" presName="sibTrans" presStyleCnt="0"/>
      <dgm:spPr/>
    </dgm:pt>
    <dgm:pt modelId="{831E5D78-FBAE-4365-82D0-85608C016556}" type="pres">
      <dgm:prSet presAssocID="{32898ECB-02EA-4C50-9CD4-05284EBDF9E6}" presName="compNode" presStyleCnt="0"/>
      <dgm:spPr/>
    </dgm:pt>
    <dgm:pt modelId="{070C7D09-E2B8-4451-BB0E-98A7F013D1CD}" type="pres">
      <dgm:prSet presAssocID="{32898ECB-02EA-4C50-9CD4-05284EBDF9E6}" presName="bgRect" presStyleLbl="bgShp" presStyleIdx="2" presStyleCnt="5"/>
      <dgm:spPr/>
    </dgm:pt>
    <dgm:pt modelId="{BB584F6B-AC3F-41DF-9010-886F8C15BDE2}" type="pres">
      <dgm:prSet presAssocID="{32898ECB-02EA-4C50-9CD4-05284EBDF9E6}" presName="iconRect" presStyleLbl="node1" presStyleIdx="2" presStyleCnt="5"/>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Web Design"/>
        </a:ext>
      </dgm:extLst>
    </dgm:pt>
    <dgm:pt modelId="{48D36A2F-8025-42E2-8F23-5399204E1191}" type="pres">
      <dgm:prSet presAssocID="{32898ECB-02EA-4C50-9CD4-05284EBDF9E6}" presName="spaceRect" presStyleCnt="0"/>
      <dgm:spPr/>
    </dgm:pt>
    <dgm:pt modelId="{27A20FBF-E747-4DA3-8F8A-A469A22DEA53}" type="pres">
      <dgm:prSet presAssocID="{32898ECB-02EA-4C50-9CD4-05284EBDF9E6}" presName="parTx" presStyleLbl="revTx" presStyleIdx="2" presStyleCnt="5">
        <dgm:presLayoutVars>
          <dgm:chMax val="0"/>
          <dgm:chPref val="0"/>
        </dgm:presLayoutVars>
      </dgm:prSet>
      <dgm:spPr/>
    </dgm:pt>
    <dgm:pt modelId="{ADDF08F6-DD7C-4D2C-A99D-A6D57AE81E1B}" type="pres">
      <dgm:prSet presAssocID="{389BABD5-A1B6-405A-A53F-C8B5A93C0348}" presName="sibTrans" presStyleCnt="0"/>
      <dgm:spPr/>
    </dgm:pt>
    <dgm:pt modelId="{E622831F-C28C-4C8A-A54A-7B32663D95C2}" type="pres">
      <dgm:prSet presAssocID="{81D19DFF-6DBF-4389-B635-E1C79F80B34C}" presName="compNode" presStyleCnt="0"/>
      <dgm:spPr/>
    </dgm:pt>
    <dgm:pt modelId="{E0662BEE-9300-486B-A248-39D24B1BF57A}" type="pres">
      <dgm:prSet presAssocID="{81D19DFF-6DBF-4389-B635-E1C79F80B34C}" presName="bgRect" presStyleLbl="bgShp" presStyleIdx="3" presStyleCnt="5"/>
      <dgm:spPr/>
    </dgm:pt>
    <dgm:pt modelId="{819AC49D-3126-4FF8-B64D-A22E96133D90}" type="pres">
      <dgm:prSet presAssocID="{81D19DFF-6DBF-4389-B635-E1C79F80B34C}" presName="iconRect" presStyleLbl="node1" presStyleIdx="3" presStyleCnt="5"/>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dgm:spPr>
      <dgm:extLst>
        <a:ext uri="{E40237B7-FDA0-4F09-8148-C483321AD2D9}">
          <dgm14:cNvPr xmlns:dgm14="http://schemas.microsoft.com/office/drawing/2010/diagram" id="0" name="" descr="Diagrama de flujo"/>
        </a:ext>
      </dgm:extLst>
    </dgm:pt>
    <dgm:pt modelId="{29A946E1-F054-47CF-A16F-B001A9056687}" type="pres">
      <dgm:prSet presAssocID="{81D19DFF-6DBF-4389-B635-E1C79F80B34C}" presName="spaceRect" presStyleCnt="0"/>
      <dgm:spPr/>
    </dgm:pt>
    <dgm:pt modelId="{BB5604D7-3316-40C1-86AF-A5CE93B10DC6}" type="pres">
      <dgm:prSet presAssocID="{81D19DFF-6DBF-4389-B635-E1C79F80B34C}" presName="parTx" presStyleLbl="revTx" presStyleIdx="3" presStyleCnt="5">
        <dgm:presLayoutVars>
          <dgm:chMax val="0"/>
          <dgm:chPref val="0"/>
        </dgm:presLayoutVars>
      </dgm:prSet>
      <dgm:spPr/>
    </dgm:pt>
    <dgm:pt modelId="{A16E7111-5DF1-4BAC-A517-041C2D17EA08}" type="pres">
      <dgm:prSet presAssocID="{39EC9921-2F0A-48F2-8241-9805D002054D}" presName="sibTrans" presStyleCnt="0"/>
      <dgm:spPr/>
    </dgm:pt>
    <dgm:pt modelId="{EA48992C-C8D0-440E-A1F6-DCA5E9168953}" type="pres">
      <dgm:prSet presAssocID="{42B7BC4C-930E-4CBE-8C51-CA5F0AB70211}" presName="compNode" presStyleCnt="0"/>
      <dgm:spPr/>
    </dgm:pt>
    <dgm:pt modelId="{A8D2FE6E-A225-4725-8283-755A73DC3148}" type="pres">
      <dgm:prSet presAssocID="{42B7BC4C-930E-4CBE-8C51-CA5F0AB70211}" presName="bgRect" presStyleLbl="bgShp" presStyleIdx="4" presStyleCnt="5"/>
      <dgm:spPr/>
    </dgm:pt>
    <dgm:pt modelId="{625772DD-3808-4630-91DF-58094A201F7C}" type="pres">
      <dgm:prSet presAssocID="{42B7BC4C-930E-4CBE-8C51-CA5F0AB70211}" presName="iconRect" presStyleLbl="node1" presStyleIdx="4" presStyleCnt="5"/>
      <dgm:spPr>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a:ln>
          <a:noFill/>
        </a:ln>
      </dgm:spPr>
      <dgm:extLst>
        <a:ext uri="{E40237B7-FDA0-4F09-8148-C483321AD2D9}">
          <dgm14:cNvPr xmlns:dgm14="http://schemas.microsoft.com/office/drawing/2010/diagram" id="0" name="" descr="Castle scene"/>
        </a:ext>
      </dgm:extLst>
    </dgm:pt>
    <dgm:pt modelId="{7F62E40A-E7A1-4DCA-A4A7-A1405172A772}" type="pres">
      <dgm:prSet presAssocID="{42B7BC4C-930E-4CBE-8C51-CA5F0AB70211}" presName="spaceRect" presStyleCnt="0"/>
      <dgm:spPr/>
    </dgm:pt>
    <dgm:pt modelId="{DE44F1F6-EDFA-40F5-A535-ED3FEE471469}" type="pres">
      <dgm:prSet presAssocID="{42B7BC4C-930E-4CBE-8C51-CA5F0AB70211}" presName="parTx" presStyleLbl="revTx" presStyleIdx="4" presStyleCnt="5">
        <dgm:presLayoutVars>
          <dgm:chMax val="0"/>
          <dgm:chPref val="0"/>
        </dgm:presLayoutVars>
      </dgm:prSet>
      <dgm:spPr/>
    </dgm:pt>
  </dgm:ptLst>
  <dgm:cxnLst>
    <dgm:cxn modelId="{57D9A401-BF61-415A-AB76-BC87CC656BF9}" type="presOf" srcId="{4F26A1E4-22A1-43D8-8789-CFF7EC85FDF9}" destId="{3D8C6FD2-E82C-4903-8505-A252F1E30513}" srcOrd="0" destOrd="0" presId="urn:microsoft.com/office/officeart/2018/2/layout/IconVerticalSolidList"/>
    <dgm:cxn modelId="{D2681C0C-DB4E-443C-8CA0-EE9C395CF9D7}" srcId="{4F26A1E4-22A1-43D8-8789-CFF7EC85FDF9}" destId="{869F4D88-9EF6-4967-A296-9F780DB926BA}" srcOrd="1" destOrd="0" parTransId="{2A04D546-960A-4AB3-A41E-823D2249552A}" sibTransId="{FFAE0F7A-6D04-4EDC-8865-30F1CBB062A3}"/>
    <dgm:cxn modelId="{E7808C67-661C-4144-A0F4-7C04BEC47894}" srcId="{4F26A1E4-22A1-43D8-8789-CFF7EC85FDF9}" destId="{81D19DFF-6DBF-4389-B635-E1C79F80B34C}" srcOrd="3" destOrd="0" parTransId="{CB6B1754-69CE-401B-9C8C-E11D426BF79C}" sibTransId="{39EC9921-2F0A-48F2-8241-9805D002054D}"/>
    <dgm:cxn modelId="{2D595454-4F33-49EB-9786-17B12A50AA39}" srcId="{4F26A1E4-22A1-43D8-8789-CFF7EC85FDF9}" destId="{42B7BC4C-930E-4CBE-8C51-CA5F0AB70211}" srcOrd="4" destOrd="0" parTransId="{95247031-4767-4280-8D92-7F33A88479CD}" sibTransId="{840D07EA-CD39-464E-9F62-0B75258AEE6E}"/>
    <dgm:cxn modelId="{AFFE6C55-5A10-4A4F-8D3F-B6DD4A0B4F81}" type="presOf" srcId="{81D19DFF-6DBF-4389-B635-E1C79F80B34C}" destId="{BB5604D7-3316-40C1-86AF-A5CE93B10DC6}" srcOrd="0" destOrd="0" presId="urn:microsoft.com/office/officeart/2018/2/layout/IconVerticalSolidList"/>
    <dgm:cxn modelId="{6EAD307C-8084-4506-8100-E166225D4E0D}" type="presOf" srcId="{869F4D88-9EF6-4967-A296-9F780DB926BA}" destId="{26795879-A577-4C41-BCD3-576AEBAE3C4C}" srcOrd="0" destOrd="0" presId="urn:microsoft.com/office/officeart/2018/2/layout/IconVerticalSolidList"/>
    <dgm:cxn modelId="{CEB26CC2-EB30-4E36-8C74-D25F2946EEDD}" type="presOf" srcId="{32898ECB-02EA-4C50-9CD4-05284EBDF9E6}" destId="{27A20FBF-E747-4DA3-8F8A-A469A22DEA53}" srcOrd="0" destOrd="0" presId="urn:microsoft.com/office/officeart/2018/2/layout/IconVerticalSolidList"/>
    <dgm:cxn modelId="{19371BC8-2AE0-4358-B613-B2A3B209CF90}" srcId="{4F26A1E4-22A1-43D8-8789-CFF7EC85FDF9}" destId="{32898ECB-02EA-4C50-9CD4-05284EBDF9E6}" srcOrd="2" destOrd="0" parTransId="{714FA4FD-BC08-4B13-ADAA-82114E181AC7}" sibTransId="{389BABD5-A1B6-405A-A53F-C8B5A93C0348}"/>
    <dgm:cxn modelId="{1F1473D5-994A-459E-9277-926DE93CDBA8}" type="presOf" srcId="{42B7BC4C-930E-4CBE-8C51-CA5F0AB70211}" destId="{DE44F1F6-EDFA-40F5-A535-ED3FEE471469}" srcOrd="0" destOrd="0" presId="urn:microsoft.com/office/officeart/2018/2/layout/IconVerticalSolidList"/>
    <dgm:cxn modelId="{CDF4D8EC-A72A-463B-92FD-66489B1C388F}" srcId="{4F26A1E4-22A1-43D8-8789-CFF7EC85FDF9}" destId="{8C15A78F-1576-42C9-87A6-0CB7A0CE95DE}" srcOrd="0" destOrd="0" parTransId="{C72E3831-6C61-4908-B76A-76FE4B2C5160}" sibTransId="{3D694F96-C39C-48F4-BFCF-2B07C0493B8C}"/>
    <dgm:cxn modelId="{867434F8-32DC-460B-8B2B-431F7715796A}" type="presOf" srcId="{8C15A78F-1576-42C9-87A6-0CB7A0CE95DE}" destId="{2E7CA6EE-8FD9-4EC5-B454-6AF01DDC1290}" srcOrd="0" destOrd="0" presId="urn:microsoft.com/office/officeart/2018/2/layout/IconVerticalSolidList"/>
    <dgm:cxn modelId="{B7E26636-6FF7-4CEA-BF73-B8B4A11C6424}" type="presParOf" srcId="{3D8C6FD2-E82C-4903-8505-A252F1E30513}" destId="{B13F674F-378B-4C82-B0EF-BBB4846C388E}" srcOrd="0" destOrd="0" presId="urn:microsoft.com/office/officeart/2018/2/layout/IconVerticalSolidList"/>
    <dgm:cxn modelId="{0EECD7B6-AB78-4568-A58E-64E71E4406E6}" type="presParOf" srcId="{B13F674F-378B-4C82-B0EF-BBB4846C388E}" destId="{A741B327-AE58-4512-ABB9-9D5D4CFFD916}" srcOrd="0" destOrd="0" presId="urn:microsoft.com/office/officeart/2018/2/layout/IconVerticalSolidList"/>
    <dgm:cxn modelId="{008E66C3-534C-472C-9A0D-1440321E5D22}" type="presParOf" srcId="{B13F674F-378B-4C82-B0EF-BBB4846C388E}" destId="{4CC6FA45-5967-48AA-A978-5E6332C6614D}" srcOrd="1" destOrd="0" presId="urn:microsoft.com/office/officeart/2018/2/layout/IconVerticalSolidList"/>
    <dgm:cxn modelId="{37CEB0FD-0F97-4D19-94DC-8C831428CC0E}" type="presParOf" srcId="{B13F674F-378B-4C82-B0EF-BBB4846C388E}" destId="{7800F9A1-137C-4EE8-B649-C640ADD31DB9}" srcOrd="2" destOrd="0" presId="urn:microsoft.com/office/officeart/2018/2/layout/IconVerticalSolidList"/>
    <dgm:cxn modelId="{9260C896-2BF8-4FA4-A036-4FA449CA39BA}" type="presParOf" srcId="{B13F674F-378B-4C82-B0EF-BBB4846C388E}" destId="{2E7CA6EE-8FD9-4EC5-B454-6AF01DDC1290}" srcOrd="3" destOrd="0" presId="urn:microsoft.com/office/officeart/2018/2/layout/IconVerticalSolidList"/>
    <dgm:cxn modelId="{E024618B-B493-4BB3-81DC-41AE66BD70EE}" type="presParOf" srcId="{3D8C6FD2-E82C-4903-8505-A252F1E30513}" destId="{A799A733-CA87-46D4-B34F-A202739E8070}" srcOrd="1" destOrd="0" presId="urn:microsoft.com/office/officeart/2018/2/layout/IconVerticalSolidList"/>
    <dgm:cxn modelId="{29A477FE-BAD2-406B-BBC0-1F3DFC241C28}" type="presParOf" srcId="{3D8C6FD2-E82C-4903-8505-A252F1E30513}" destId="{ADB3AB8F-3977-4048-A92C-ED8F247DDDC5}" srcOrd="2" destOrd="0" presId="urn:microsoft.com/office/officeart/2018/2/layout/IconVerticalSolidList"/>
    <dgm:cxn modelId="{E763164D-8B6C-4BE5-94B3-C61F1EAEAEB4}" type="presParOf" srcId="{ADB3AB8F-3977-4048-A92C-ED8F247DDDC5}" destId="{C0CAF700-8256-4040-AD97-D4E619EC16F9}" srcOrd="0" destOrd="0" presId="urn:microsoft.com/office/officeart/2018/2/layout/IconVerticalSolidList"/>
    <dgm:cxn modelId="{EDCCAFBE-ACFF-4F22-806F-F68B2687D1EA}" type="presParOf" srcId="{ADB3AB8F-3977-4048-A92C-ED8F247DDDC5}" destId="{C47B2BF9-F309-42B8-A8F9-20CD07824C7A}" srcOrd="1" destOrd="0" presId="urn:microsoft.com/office/officeart/2018/2/layout/IconVerticalSolidList"/>
    <dgm:cxn modelId="{F83202D4-ED03-45BD-98A2-2E87F8733337}" type="presParOf" srcId="{ADB3AB8F-3977-4048-A92C-ED8F247DDDC5}" destId="{E3A6056B-BF53-41BA-82BA-3C890D4FA767}" srcOrd="2" destOrd="0" presId="urn:microsoft.com/office/officeart/2018/2/layout/IconVerticalSolidList"/>
    <dgm:cxn modelId="{9C56FA13-6B10-42A4-B454-BDD0EA9B9440}" type="presParOf" srcId="{ADB3AB8F-3977-4048-A92C-ED8F247DDDC5}" destId="{26795879-A577-4C41-BCD3-576AEBAE3C4C}" srcOrd="3" destOrd="0" presId="urn:microsoft.com/office/officeart/2018/2/layout/IconVerticalSolidList"/>
    <dgm:cxn modelId="{7D097D2D-FCBB-4D0E-B2C0-4E013147EF32}" type="presParOf" srcId="{3D8C6FD2-E82C-4903-8505-A252F1E30513}" destId="{1B3DF4CB-3642-446D-9849-075957F8A6CF}" srcOrd="3" destOrd="0" presId="urn:microsoft.com/office/officeart/2018/2/layout/IconVerticalSolidList"/>
    <dgm:cxn modelId="{4E1C3882-0F9A-44DC-9C1D-5CBD7BA660DD}" type="presParOf" srcId="{3D8C6FD2-E82C-4903-8505-A252F1E30513}" destId="{831E5D78-FBAE-4365-82D0-85608C016556}" srcOrd="4" destOrd="0" presId="urn:microsoft.com/office/officeart/2018/2/layout/IconVerticalSolidList"/>
    <dgm:cxn modelId="{FC908280-2E14-4CE8-BA83-1B0B32955527}" type="presParOf" srcId="{831E5D78-FBAE-4365-82D0-85608C016556}" destId="{070C7D09-E2B8-4451-BB0E-98A7F013D1CD}" srcOrd="0" destOrd="0" presId="urn:microsoft.com/office/officeart/2018/2/layout/IconVerticalSolidList"/>
    <dgm:cxn modelId="{448C8E25-C0E7-42E1-AFE1-A359298CBAC8}" type="presParOf" srcId="{831E5D78-FBAE-4365-82D0-85608C016556}" destId="{BB584F6B-AC3F-41DF-9010-886F8C15BDE2}" srcOrd="1" destOrd="0" presId="urn:microsoft.com/office/officeart/2018/2/layout/IconVerticalSolidList"/>
    <dgm:cxn modelId="{3E83F1E4-C580-4255-8420-960887E213D7}" type="presParOf" srcId="{831E5D78-FBAE-4365-82D0-85608C016556}" destId="{48D36A2F-8025-42E2-8F23-5399204E1191}" srcOrd="2" destOrd="0" presId="urn:microsoft.com/office/officeart/2018/2/layout/IconVerticalSolidList"/>
    <dgm:cxn modelId="{2D31BBBE-D34C-44BF-92E0-7FEC1A0A90D7}" type="presParOf" srcId="{831E5D78-FBAE-4365-82D0-85608C016556}" destId="{27A20FBF-E747-4DA3-8F8A-A469A22DEA53}" srcOrd="3" destOrd="0" presId="urn:microsoft.com/office/officeart/2018/2/layout/IconVerticalSolidList"/>
    <dgm:cxn modelId="{7A0EDB6F-C998-4B4E-A39D-D794E30CA413}" type="presParOf" srcId="{3D8C6FD2-E82C-4903-8505-A252F1E30513}" destId="{ADDF08F6-DD7C-4D2C-A99D-A6D57AE81E1B}" srcOrd="5" destOrd="0" presId="urn:microsoft.com/office/officeart/2018/2/layout/IconVerticalSolidList"/>
    <dgm:cxn modelId="{863E23AE-FE7C-4551-8C58-30F4221EB30D}" type="presParOf" srcId="{3D8C6FD2-E82C-4903-8505-A252F1E30513}" destId="{E622831F-C28C-4C8A-A54A-7B32663D95C2}" srcOrd="6" destOrd="0" presId="urn:microsoft.com/office/officeart/2018/2/layout/IconVerticalSolidList"/>
    <dgm:cxn modelId="{135D491D-F3C4-4AFC-8503-7C63100246D4}" type="presParOf" srcId="{E622831F-C28C-4C8A-A54A-7B32663D95C2}" destId="{E0662BEE-9300-486B-A248-39D24B1BF57A}" srcOrd="0" destOrd="0" presId="urn:microsoft.com/office/officeart/2018/2/layout/IconVerticalSolidList"/>
    <dgm:cxn modelId="{31FCC7A5-1664-4289-9ED3-0427EA482215}" type="presParOf" srcId="{E622831F-C28C-4C8A-A54A-7B32663D95C2}" destId="{819AC49D-3126-4FF8-B64D-A22E96133D90}" srcOrd="1" destOrd="0" presId="urn:microsoft.com/office/officeart/2018/2/layout/IconVerticalSolidList"/>
    <dgm:cxn modelId="{1F327017-8912-4750-ADBE-BC1764AECCFF}" type="presParOf" srcId="{E622831F-C28C-4C8A-A54A-7B32663D95C2}" destId="{29A946E1-F054-47CF-A16F-B001A9056687}" srcOrd="2" destOrd="0" presId="urn:microsoft.com/office/officeart/2018/2/layout/IconVerticalSolidList"/>
    <dgm:cxn modelId="{868F02B0-9864-4501-A195-183449AE363F}" type="presParOf" srcId="{E622831F-C28C-4C8A-A54A-7B32663D95C2}" destId="{BB5604D7-3316-40C1-86AF-A5CE93B10DC6}" srcOrd="3" destOrd="0" presId="urn:microsoft.com/office/officeart/2018/2/layout/IconVerticalSolidList"/>
    <dgm:cxn modelId="{BEC25559-EB43-46FD-A8EC-168DB2F8E5BC}" type="presParOf" srcId="{3D8C6FD2-E82C-4903-8505-A252F1E30513}" destId="{A16E7111-5DF1-4BAC-A517-041C2D17EA08}" srcOrd="7" destOrd="0" presId="urn:microsoft.com/office/officeart/2018/2/layout/IconVerticalSolidList"/>
    <dgm:cxn modelId="{59470621-20B1-4423-A5B8-854D130AA9B0}" type="presParOf" srcId="{3D8C6FD2-E82C-4903-8505-A252F1E30513}" destId="{EA48992C-C8D0-440E-A1F6-DCA5E9168953}" srcOrd="8" destOrd="0" presId="urn:microsoft.com/office/officeart/2018/2/layout/IconVerticalSolidList"/>
    <dgm:cxn modelId="{C5B21544-D339-45A6-B1B2-E59E9561C40E}" type="presParOf" srcId="{EA48992C-C8D0-440E-A1F6-DCA5E9168953}" destId="{A8D2FE6E-A225-4725-8283-755A73DC3148}" srcOrd="0" destOrd="0" presId="urn:microsoft.com/office/officeart/2018/2/layout/IconVerticalSolidList"/>
    <dgm:cxn modelId="{F769CC14-E424-4532-B7FD-64FAA57B9764}" type="presParOf" srcId="{EA48992C-C8D0-440E-A1F6-DCA5E9168953}" destId="{625772DD-3808-4630-91DF-58094A201F7C}" srcOrd="1" destOrd="0" presId="urn:microsoft.com/office/officeart/2018/2/layout/IconVerticalSolidList"/>
    <dgm:cxn modelId="{F5F25E7D-EFCB-464C-AB61-17450B5E1B21}" type="presParOf" srcId="{EA48992C-C8D0-440E-A1F6-DCA5E9168953}" destId="{7F62E40A-E7A1-4DCA-A4A7-A1405172A772}" srcOrd="2" destOrd="0" presId="urn:microsoft.com/office/officeart/2018/2/layout/IconVerticalSolidList"/>
    <dgm:cxn modelId="{B721EB46-2143-4DDC-80B9-EED03457B129}" type="presParOf" srcId="{EA48992C-C8D0-440E-A1F6-DCA5E9168953}" destId="{DE44F1F6-EDFA-40F5-A535-ED3FEE471469}"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741B327-AE58-4512-ABB9-9D5D4CFFD916}">
      <dsp:nvSpPr>
        <dsp:cNvPr id="0" name=""/>
        <dsp:cNvSpPr/>
      </dsp:nvSpPr>
      <dsp:spPr>
        <a:xfrm>
          <a:off x="0" y="0"/>
          <a:ext cx="6245265" cy="930102"/>
        </a:xfrm>
        <a:prstGeom prst="roundRect">
          <a:avLst>
            <a:gd name="adj" fmla="val 1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CC6FA45-5967-48AA-A978-5E6332C6614D}">
      <dsp:nvSpPr>
        <dsp:cNvPr id="0" name=""/>
        <dsp:cNvSpPr/>
      </dsp:nvSpPr>
      <dsp:spPr>
        <a:xfrm>
          <a:off x="281355" y="213639"/>
          <a:ext cx="511556" cy="511556"/>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2E7CA6EE-8FD9-4EC5-B454-6AF01DDC1290}">
      <dsp:nvSpPr>
        <dsp:cNvPr id="0" name=""/>
        <dsp:cNvSpPr/>
      </dsp:nvSpPr>
      <dsp:spPr>
        <a:xfrm>
          <a:off x="1074268" y="4366"/>
          <a:ext cx="5170996" cy="93010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8436" tIns="98436" rIns="98436" bIns="98436" numCol="1" spcCol="1270" anchor="ctr" anchorCtr="0">
          <a:noAutofit/>
        </a:bodyPr>
        <a:lstStyle/>
        <a:p>
          <a:pPr marL="0" lvl="0" indent="0" algn="l" defTabSz="755650">
            <a:lnSpc>
              <a:spcPct val="90000"/>
            </a:lnSpc>
            <a:spcBef>
              <a:spcPct val="0"/>
            </a:spcBef>
            <a:spcAft>
              <a:spcPct val="35000"/>
            </a:spcAft>
            <a:buNone/>
          </a:pPr>
          <a:r>
            <a:rPr lang="es-MX" sz="1700" b="1" kern="1200" dirty="0" err="1"/>
            <a:t>Equivalence</a:t>
          </a:r>
          <a:r>
            <a:rPr lang="es-MX" sz="1700" b="1" kern="1200" dirty="0"/>
            <a:t> </a:t>
          </a:r>
          <a:r>
            <a:rPr lang="es-MX" sz="1700" b="1" kern="1200" dirty="0" err="1"/>
            <a:t>Class</a:t>
          </a:r>
          <a:r>
            <a:rPr lang="es-MX" sz="1700" b="1" kern="1200" dirty="0"/>
            <a:t> </a:t>
          </a:r>
          <a:r>
            <a:rPr lang="es-MX" sz="1700" b="1" kern="1200" dirty="0" err="1"/>
            <a:t>Partitioning</a:t>
          </a:r>
          <a:r>
            <a:rPr lang="es-MX" sz="1700" b="1" kern="1200" dirty="0"/>
            <a:t> (ECP)</a:t>
          </a:r>
          <a:endParaRPr lang="en-US" sz="1700" kern="1200" dirty="0"/>
        </a:p>
      </dsp:txBody>
      <dsp:txXfrm>
        <a:off x="1074268" y="4366"/>
        <a:ext cx="5170996" cy="930102"/>
      </dsp:txXfrm>
    </dsp:sp>
    <dsp:sp modelId="{C0CAF700-8256-4040-AD97-D4E619EC16F9}">
      <dsp:nvSpPr>
        <dsp:cNvPr id="0" name=""/>
        <dsp:cNvSpPr/>
      </dsp:nvSpPr>
      <dsp:spPr>
        <a:xfrm>
          <a:off x="0" y="1166994"/>
          <a:ext cx="6245265" cy="930102"/>
        </a:xfrm>
        <a:prstGeom prst="roundRect">
          <a:avLst>
            <a:gd name="adj" fmla="val 1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C47B2BF9-F309-42B8-A8F9-20CD07824C7A}">
      <dsp:nvSpPr>
        <dsp:cNvPr id="0" name=""/>
        <dsp:cNvSpPr/>
      </dsp:nvSpPr>
      <dsp:spPr>
        <a:xfrm>
          <a:off x="281355" y="1376267"/>
          <a:ext cx="511556" cy="511556"/>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26795879-A577-4C41-BCD3-576AEBAE3C4C}">
      <dsp:nvSpPr>
        <dsp:cNvPr id="0" name=""/>
        <dsp:cNvSpPr/>
      </dsp:nvSpPr>
      <dsp:spPr>
        <a:xfrm>
          <a:off x="1074268" y="1166994"/>
          <a:ext cx="5170996" cy="93010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8436" tIns="98436" rIns="98436" bIns="98436" numCol="1" spcCol="1270" anchor="ctr" anchorCtr="0">
          <a:noAutofit/>
        </a:bodyPr>
        <a:lstStyle/>
        <a:p>
          <a:pPr marL="0" lvl="0" indent="0" algn="l" defTabSz="755650">
            <a:lnSpc>
              <a:spcPct val="90000"/>
            </a:lnSpc>
            <a:spcBef>
              <a:spcPct val="0"/>
            </a:spcBef>
            <a:spcAft>
              <a:spcPct val="35000"/>
            </a:spcAft>
            <a:buNone/>
          </a:pPr>
          <a:r>
            <a:rPr lang="en-US" sz="1700" b="1" kern="1200" dirty="0"/>
            <a:t>Black-box testing technique used to reduce the number of </a:t>
          </a:r>
          <a:r>
            <a:rPr lang="es-MX" sz="1700" b="1" kern="1200" dirty="0"/>
            <a:t>test cases</a:t>
          </a:r>
          <a:endParaRPr lang="en-US" sz="1700" kern="1200" dirty="0"/>
        </a:p>
      </dsp:txBody>
      <dsp:txXfrm>
        <a:off x="1074268" y="1166994"/>
        <a:ext cx="5170996" cy="930102"/>
      </dsp:txXfrm>
    </dsp:sp>
    <dsp:sp modelId="{070C7D09-E2B8-4451-BB0E-98A7F013D1CD}">
      <dsp:nvSpPr>
        <dsp:cNvPr id="0" name=""/>
        <dsp:cNvSpPr/>
      </dsp:nvSpPr>
      <dsp:spPr>
        <a:xfrm>
          <a:off x="0" y="2329622"/>
          <a:ext cx="6245265" cy="930102"/>
        </a:xfrm>
        <a:prstGeom prst="roundRect">
          <a:avLst>
            <a:gd name="adj" fmla="val 1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B584F6B-AC3F-41DF-9010-886F8C15BDE2}">
      <dsp:nvSpPr>
        <dsp:cNvPr id="0" name=""/>
        <dsp:cNvSpPr/>
      </dsp:nvSpPr>
      <dsp:spPr>
        <a:xfrm>
          <a:off x="281355" y="2538895"/>
          <a:ext cx="511556" cy="511556"/>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27A20FBF-E747-4DA3-8F8A-A469A22DEA53}">
      <dsp:nvSpPr>
        <dsp:cNvPr id="0" name=""/>
        <dsp:cNvSpPr/>
      </dsp:nvSpPr>
      <dsp:spPr>
        <a:xfrm>
          <a:off x="1074268" y="2329622"/>
          <a:ext cx="5170996" cy="93010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8436" tIns="98436" rIns="98436" bIns="98436" numCol="1" spcCol="1270" anchor="ctr" anchorCtr="0">
          <a:noAutofit/>
        </a:bodyPr>
        <a:lstStyle/>
        <a:p>
          <a:pPr marL="0" lvl="0" indent="0" algn="l" defTabSz="755650">
            <a:lnSpc>
              <a:spcPct val="90000"/>
            </a:lnSpc>
            <a:spcBef>
              <a:spcPct val="0"/>
            </a:spcBef>
            <a:spcAft>
              <a:spcPct val="35000"/>
            </a:spcAft>
            <a:buNone/>
          </a:pPr>
          <a:r>
            <a:rPr lang="en-US" sz="1700" b="1" kern="1200" dirty="0"/>
            <a:t>Input data is divided into partitions (equivalence</a:t>
          </a:r>
          <a:endParaRPr lang="es-MX" sz="1700" b="1" kern="1200" dirty="0"/>
        </a:p>
        <a:p>
          <a:pPr marL="0" lvl="0" indent="0" algn="l" defTabSz="755650">
            <a:lnSpc>
              <a:spcPct val="90000"/>
            </a:lnSpc>
            <a:spcBef>
              <a:spcPct val="0"/>
            </a:spcBef>
            <a:spcAft>
              <a:spcPct val="35000"/>
            </a:spcAft>
            <a:buNone/>
          </a:pPr>
          <a:r>
            <a:rPr lang="es-MX" sz="1700" b="1" kern="1200" dirty="0" err="1"/>
            <a:t>classes</a:t>
          </a:r>
          <a:r>
            <a:rPr lang="es-MX" sz="1700" b="1" kern="1200" dirty="0"/>
            <a:t>)</a:t>
          </a:r>
          <a:endParaRPr lang="en-US" sz="1700" kern="1200" dirty="0"/>
        </a:p>
      </dsp:txBody>
      <dsp:txXfrm>
        <a:off x="1074268" y="2329622"/>
        <a:ext cx="5170996" cy="930102"/>
      </dsp:txXfrm>
    </dsp:sp>
    <dsp:sp modelId="{E0662BEE-9300-486B-A248-39D24B1BF57A}">
      <dsp:nvSpPr>
        <dsp:cNvPr id="0" name=""/>
        <dsp:cNvSpPr/>
      </dsp:nvSpPr>
      <dsp:spPr>
        <a:xfrm>
          <a:off x="0" y="3492250"/>
          <a:ext cx="6245265" cy="930102"/>
        </a:xfrm>
        <a:prstGeom prst="roundRect">
          <a:avLst>
            <a:gd name="adj" fmla="val 1000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819AC49D-3126-4FF8-B64D-A22E96133D90}">
      <dsp:nvSpPr>
        <dsp:cNvPr id="0" name=""/>
        <dsp:cNvSpPr/>
      </dsp:nvSpPr>
      <dsp:spPr>
        <a:xfrm>
          <a:off x="281355" y="3701523"/>
          <a:ext cx="511556" cy="511556"/>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BB5604D7-3316-40C1-86AF-A5CE93B10DC6}">
      <dsp:nvSpPr>
        <dsp:cNvPr id="0" name=""/>
        <dsp:cNvSpPr/>
      </dsp:nvSpPr>
      <dsp:spPr>
        <a:xfrm>
          <a:off x="1074268" y="3492250"/>
          <a:ext cx="5170996" cy="93010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8436" tIns="98436" rIns="98436" bIns="98436" numCol="1" spcCol="1270" anchor="ctr" anchorCtr="0">
          <a:noAutofit/>
        </a:bodyPr>
        <a:lstStyle/>
        <a:p>
          <a:pPr marL="0" lvl="0" indent="0" algn="l" defTabSz="755650">
            <a:lnSpc>
              <a:spcPct val="90000"/>
            </a:lnSpc>
            <a:spcBef>
              <a:spcPct val="0"/>
            </a:spcBef>
            <a:spcAft>
              <a:spcPct val="35000"/>
            </a:spcAft>
            <a:buNone/>
          </a:pPr>
          <a:r>
            <a:rPr lang="en-US" sz="1700" b="1" kern="1200" dirty="0"/>
            <a:t>Each partition represents a set of valid or invalid values</a:t>
          </a:r>
          <a:endParaRPr lang="en-US" sz="1700" kern="1200" dirty="0"/>
        </a:p>
      </dsp:txBody>
      <dsp:txXfrm>
        <a:off x="1074268" y="3492250"/>
        <a:ext cx="5170996" cy="930102"/>
      </dsp:txXfrm>
    </dsp:sp>
    <dsp:sp modelId="{A8D2FE6E-A225-4725-8283-755A73DC3148}">
      <dsp:nvSpPr>
        <dsp:cNvPr id="0" name=""/>
        <dsp:cNvSpPr/>
      </dsp:nvSpPr>
      <dsp:spPr>
        <a:xfrm>
          <a:off x="0" y="4654878"/>
          <a:ext cx="6245265" cy="930102"/>
        </a:xfrm>
        <a:prstGeom prst="roundRect">
          <a:avLst>
            <a:gd name="adj" fmla="val 10000"/>
          </a:avLst>
        </a:prstGeom>
        <a:solidFill>
          <a:schemeClr val="accent6">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625772DD-3808-4630-91DF-58094A201F7C}">
      <dsp:nvSpPr>
        <dsp:cNvPr id="0" name=""/>
        <dsp:cNvSpPr/>
      </dsp:nvSpPr>
      <dsp:spPr>
        <a:xfrm>
          <a:off x="281355" y="4864151"/>
          <a:ext cx="511556" cy="511556"/>
        </a:xfrm>
        <a:prstGeom prst="rect">
          <a:avLst/>
        </a:prstGeom>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DE44F1F6-EDFA-40F5-A535-ED3FEE471469}">
      <dsp:nvSpPr>
        <dsp:cNvPr id="0" name=""/>
        <dsp:cNvSpPr/>
      </dsp:nvSpPr>
      <dsp:spPr>
        <a:xfrm>
          <a:off x="1074268" y="4654878"/>
          <a:ext cx="5170996" cy="93010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8436" tIns="98436" rIns="98436" bIns="98436" numCol="1" spcCol="1270" anchor="ctr" anchorCtr="0">
          <a:noAutofit/>
        </a:bodyPr>
        <a:lstStyle/>
        <a:p>
          <a:pPr marL="0" lvl="0" indent="0" algn="l" defTabSz="755650">
            <a:lnSpc>
              <a:spcPct val="90000"/>
            </a:lnSpc>
            <a:spcBef>
              <a:spcPct val="0"/>
            </a:spcBef>
            <a:spcAft>
              <a:spcPct val="35000"/>
            </a:spcAft>
            <a:buNone/>
          </a:pPr>
          <a:r>
            <a:rPr lang="es-MX" sz="1700" b="1" kern="1200" dirty="0" err="1"/>
            <a:t>One</a:t>
          </a:r>
          <a:r>
            <a:rPr lang="es-MX" sz="1700" b="1" kern="1200" dirty="0"/>
            <a:t> representative </a:t>
          </a:r>
          <a:r>
            <a:rPr lang="es-MX" sz="1700" b="1" kern="1200" dirty="0" err="1"/>
            <a:t>value</a:t>
          </a:r>
          <a:r>
            <a:rPr lang="es-MX" sz="1700" b="1" kern="1200" dirty="0"/>
            <a:t> </a:t>
          </a:r>
          <a:r>
            <a:rPr lang="es-MX" sz="1700" b="1" kern="1200" dirty="0" err="1"/>
            <a:t>from</a:t>
          </a:r>
          <a:r>
            <a:rPr lang="es-MX" sz="1700" b="1" kern="1200" dirty="0"/>
            <a:t> </a:t>
          </a:r>
          <a:r>
            <a:rPr lang="es-MX" sz="1700" b="1" kern="1200" dirty="0" err="1"/>
            <a:t>each</a:t>
          </a:r>
          <a:r>
            <a:rPr lang="es-MX" sz="1700" b="1" kern="1200" dirty="0"/>
            <a:t> </a:t>
          </a:r>
          <a:r>
            <a:rPr lang="es-MX" sz="1700" b="1" kern="1200" dirty="0" err="1"/>
            <a:t>class</a:t>
          </a:r>
          <a:r>
            <a:rPr lang="es-MX" sz="1700" b="1" kern="1200" dirty="0"/>
            <a:t> </a:t>
          </a:r>
          <a:r>
            <a:rPr lang="es-MX" sz="1700" b="1" kern="1200" dirty="0" err="1"/>
            <a:t>is</a:t>
          </a:r>
          <a:r>
            <a:rPr lang="es-MX" sz="1700" b="1" kern="1200" dirty="0"/>
            <a:t> </a:t>
          </a:r>
          <a:r>
            <a:rPr lang="es-MX" sz="1700" b="1" kern="1200" dirty="0" err="1"/>
            <a:t>sufficient</a:t>
          </a:r>
          <a:endParaRPr lang="en-US" sz="1700" kern="1200" dirty="0"/>
        </a:p>
      </dsp:txBody>
      <dsp:txXfrm>
        <a:off x="1074268" y="4654878"/>
        <a:ext cx="5170996" cy="930102"/>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MX"/>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928CAAD-2225-4F52-8291-176B1B7ED133}" type="datetimeFigureOut">
              <a:rPr lang="es-MX" smtClean="0"/>
              <a:t>19/11/2025</a:t>
            </a:fld>
            <a:endParaRPr lang="es-MX"/>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MX"/>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MX"/>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0919DEA-3195-4D0A-9B48-B562E799C869}" type="slidenum">
              <a:rPr lang="es-MX" smtClean="0"/>
              <a:t>‹Nº›</a:t>
            </a:fld>
            <a:endParaRPr lang="es-MX"/>
          </a:p>
        </p:txBody>
      </p:sp>
    </p:spTree>
    <p:extLst>
      <p:ext uri="{BB962C8B-B14F-4D97-AF65-F5344CB8AC3E}">
        <p14:creationId xmlns:p14="http://schemas.microsoft.com/office/powerpoint/2010/main" val="17091369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MX" dirty="0" err="1"/>
              <a:t>What</a:t>
            </a:r>
            <a:r>
              <a:rPr lang="es-MX" dirty="0"/>
              <a:t> </a:t>
            </a:r>
            <a:r>
              <a:rPr lang="es-MX" dirty="0" err="1"/>
              <a:t>is</a:t>
            </a:r>
            <a:r>
              <a:rPr lang="es-MX" dirty="0"/>
              <a:t> SCRUM?</a:t>
            </a:r>
          </a:p>
        </p:txBody>
      </p:sp>
      <p:sp>
        <p:nvSpPr>
          <p:cNvPr id="4" name="Marcador de número de diapositiva 3"/>
          <p:cNvSpPr>
            <a:spLocks noGrp="1"/>
          </p:cNvSpPr>
          <p:nvPr>
            <p:ph type="sldNum" sz="quarter" idx="5"/>
          </p:nvPr>
        </p:nvSpPr>
        <p:spPr/>
        <p:txBody>
          <a:bodyPr/>
          <a:lstStyle/>
          <a:p>
            <a:fld id="{C0919DEA-3195-4D0A-9B48-B562E799C869}" type="slidenum">
              <a:rPr lang="es-MX" smtClean="0"/>
              <a:t>5</a:t>
            </a:fld>
            <a:endParaRPr lang="es-MX"/>
          </a:p>
        </p:txBody>
      </p:sp>
    </p:spTree>
    <p:extLst>
      <p:ext uri="{BB962C8B-B14F-4D97-AF65-F5344CB8AC3E}">
        <p14:creationId xmlns:p14="http://schemas.microsoft.com/office/powerpoint/2010/main" val="89175050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83D424A-296D-5CBF-31E3-2DFB997FCCC1}"/>
              </a:ext>
            </a:extLst>
          </p:cNvPr>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endParaRPr lang="es-MX"/>
          </a:p>
        </p:txBody>
      </p:sp>
      <p:sp>
        <p:nvSpPr>
          <p:cNvPr id="3" name="Subtítulo 2">
            <a:extLst>
              <a:ext uri="{FF2B5EF4-FFF2-40B4-BE49-F238E27FC236}">
                <a16:creationId xmlns:a16="http://schemas.microsoft.com/office/drawing/2014/main" id="{3B76F410-B2B5-B74E-9325-96F30B84803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s-MX"/>
          </a:p>
        </p:txBody>
      </p:sp>
      <p:sp>
        <p:nvSpPr>
          <p:cNvPr id="4" name="Marcador de fecha 3">
            <a:extLst>
              <a:ext uri="{FF2B5EF4-FFF2-40B4-BE49-F238E27FC236}">
                <a16:creationId xmlns:a16="http://schemas.microsoft.com/office/drawing/2014/main" id="{E751B9F2-8C8E-302B-0D5C-9D9E54D27CD3}"/>
              </a:ext>
            </a:extLst>
          </p:cNvPr>
          <p:cNvSpPr>
            <a:spLocks noGrp="1"/>
          </p:cNvSpPr>
          <p:nvPr>
            <p:ph type="dt" sz="half" idx="10"/>
          </p:nvPr>
        </p:nvSpPr>
        <p:spPr/>
        <p:txBody>
          <a:bodyPr/>
          <a:lstStyle/>
          <a:p>
            <a:fld id="{6B07E4EA-4E4E-47F9-9C3B-7EB39E9CF2FF}" type="datetimeFigureOut">
              <a:rPr lang="es-MX" smtClean="0"/>
              <a:t>19/11/2025</a:t>
            </a:fld>
            <a:endParaRPr lang="es-MX"/>
          </a:p>
        </p:txBody>
      </p:sp>
      <p:sp>
        <p:nvSpPr>
          <p:cNvPr id="5" name="Marcador de pie de página 4">
            <a:extLst>
              <a:ext uri="{FF2B5EF4-FFF2-40B4-BE49-F238E27FC236}">
                <a16:creationId xmlns:a16="http://schemas.microsoft.com/office/drawing/2014/main" id="{A4886952-E654-426F-9341-3BC7542C9CEA}"/>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id="{E7C0A2CE-D380-51EF-A903-8D980D4ED31E}"/>
              </a:ext>
            </a:extLst>
          </p:cNvPr>
          <p:cNvSpPr>
            <a:spLocks noGrp="1"/>
          </p:cNvSpPr>
          <p:nvPr>
            <p:ph type="sldNum" sz="quarter" idx="12"/>
          </p:nvPr>
        </p:nvSpPr>
        <p:spPr/>
        <p:txBody>
          <a:bodyPr/>
          <a:lstStyle/>
          <a:p>
            <a:fld id="{0D56CB78-47B2-43F2-B030-B9AD3F1504A5}" type="slidenum">
              <a:rPr lang="es-MX" smtClean="0"/>
              <a:t>‹Nº›</a:t>
            </a:fld>
            <a:endParaRPr lang="es-MX"/>
          </a:p>
        </p:txBody>
      </p:sp>
    </p:spTree>
    <p:extLst>
      <p:ext uri="{BB962C8B-B14F-4D97-AF65-F5344CB8AC3E}">
        <p14:creationId xmlns:p14="http://schemas.microsoft.com/office/powerpoint/2010/main" val="310178085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0219C6A-154D-320C-4A75-65C5DC106614}"/>
              </a:ext>
            </a:extLst>
          </p:cNvPr>
          <p:cNvSpPr>
            <a:spLocks noGrp="1"/>
          </p:cNvSpPr>
          <p:nvPr>
            <p:ph type="title"/>
          </p:nvPr>
        </p:nvSpPr>
        <p:spPr/>
        <p:txBody>
          <a:bodyPr/>
          <a:lstStyle/>
          <a:p>
            <a:r>
              <a:rPr lang="es-ES"/>
              <a:t>Haga clic para modificar el estilo de título del patrón</a:t>
            </a:r>
            <a:endParaRPr lang="es-MX"/>
          </a:p>
        </p:txBody>
      </p:sp>
      <p:sp>
        <p:nvSpPr>
          <p:cNvPr id="3" name="Marcador de contenido 2">
            <a:extLst>
              <a:ext uri="{FF2B5EF4-FFF2-40B4-BE49-F238E27FC236}">
                <a16:creationId xmlns:a16="http://schemas.microsoft.com/office/drawing/2014/main" id="{7DA860C6-2F88-B852-991E-F1A27E6F8972}"/>
              </a:ext>
            </a:extLst>
          </p:cNvPr>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fecha 3">
            <a:extLst>
              <a:ext uri="{FF2B5EF4-FFF2-40B4-BE49-F238E27FC236}">
                <a16:creationId xmlns:a16="http://schemas.microsoft.com/office/drawing/2014/main" id="{28895974-9C53-E2CE-3927-5068A4F3AF6B}"/>
              </a:ext>
            </a:extLst>
          </p:cNvPr>
          <p:cNvSpPr>
            <a:spLocks noGrp="1"/>
          </p:cNvSpPr>
          <p:nvPr>
            <p:ph type="dt" sz="half" idx="10"/>
          </p:nvPr>
        </p:nvSpPr>
        <p:spPr/>
        <p:txBody>
          <a:bodyPr/>
          <a:lstStyle/>
          <a:p>
            <a:fld id="{6B07E4EA-4E4E-47F9-9C3B-7EB39E9CF2FF}" type="datetimeFigureOut">
              <a:rPr lang="es-MX" smtClean="0"/>
              <a:t>19/11/2025</a:t>
            </a:fld>
            <a:endParaRPr lang="es-MX"/>
          </a:p>
        </p:txBody>
      </p:sp>
      <p:sp>
        <p:nvSpPr>
          <p:cNvPr id="5" name="Marcador de pie de página 4">
            <a:extLst>
              <a:ext uri="{FF2B5EF4-FFF2-40B4-BE49-F238E27FC236}">
                <a16:creationId xmlns:a16="http://schemas.microsoft.com/office/drawing/2014/main" id="{64C20795-0EEE-7A04-16CE-B9A796A676DA}"/>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id="{324C6593-705E-2AEA-CCD0-358AA6D58BF6}"/>
              </a:ext>
            </a:extLst>
          </p:cNvPr>
          <p:cNvSpPr>
            <a:spLocks noGrp="1"/>
          </p:cNvSpPr>
          <p:nvPr>
            <p:ph type="sldNum" sz="quarter" idx="12"/>
          </p:nvPr>
        </p:nvSpPr>
        <p:spPr/>
        <p:txBody>
          <a:bodyPr/>
          <a:lstStyle/>
          <a:p>
            <a:fld id="{0D56CB78-47B2-43F2-B030-B9AD3F1504A5}" type="slidenum">
              <a:rPr lang="es-MX" smtClean="0"/>
              <a:t>‹Nº›</a:t>
            </a:fld>
            <a:endParaRPr lang="es-MX"/>
          </a:p>
        </p:txBody>
      </p:sp>
    </p:spTree>
    <p:extLst>
      <p:ext uri="{BB962C8B-B14F-4D97-AF65-F5344CB8AC3E}">
        <p14:creationId xmlns:p14="http://schemas.microsoft.com/office/powerpoint/2010/main" val="259342202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1CFA8BA-AFE7-4768-548A-BF0EF877AC90}"/>
              </a:ext>
            </a:extLst>
          </p:cNvPr>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endParaRPr lang="es-MX"/>
          </a:p>
        </p:txBody>
      </p:sp>
      <p:sp>
        <p:nvSpPr>
          <p:cNvPr id="3" name="Marcador de texto 2">
            <a:extLst>
              <a:ext uri="{FF2B5EF4-FFF2-40B4-BE49-F238E27FC236}">
                <a16:creationId xmlns:a16="http://schemas.microsoft.com/office/drawing/2014/main" id="{28F7A730-5AC6-1EFC-7B02-8655815DBB51}"/>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s-ES"/>
              <a:t>Haga clic para modificar los estilos de texto del patrón</a:t>
            </a:r>
          </a:p>
        </p:txBody>
      </p:sp>
      <p:sp>
        <p:nvSpPr>
          <p:cNvPr id="4" name="Marcador de fecha 3">
            <a:extLst>
              <a:ext uri="{FF2B5EF4-FFF2-40B4-BE49-F238E27FC236}">
                <a16:creationId xmlns:a16="http://schemas.microsoft.com/office/drawing/2014/main" id="{B3E3698D-B723-818C-3307-A8E3545A4544}"/>
              </a:ext>
            </a:extLst>
          </p:cNvPr>
          <p:cNvSpPr>
            <a:spLocks noGrp="1"/>
          </p:cNvSpPr>
          <p:nvPr>
            <p:ph type="dt" sz="half" idx="10"/>
          </p:nvPr>
        </p:nvSpPr>
        <p:spPr/>
        <p:txBody>
          <a:bodyPr/>
          <a:lstStyle/>
          <a:p>
            <a:fld id="{6B07E4EA-4E4E-47F9-9C3B-7EB39E9CF2FF}" type="datetimeFigureOut">
              <a:rPr lang="es-MX" smtClean="0"/>
              <a:t>19/11/2025</a:t>
            </a:fld>
            <a:endParaRPr lang="es-MX"/>
          </a:p>
        </p:txBody>
      </p:sp>
      <p:sp>
        <p:nvSpPr>
          <p:cNvPr id="5" name="Marcador de pie de página 4">
            <a:extLst>
              <a:ext uri="{FF2B5EF4-FFF2-40B4-BE49-F238E27FC236}">
                <a16:creationId xmlns:a16="http://schemas.microsoft.com/office/drawing/2014/main" id="{CDD496C9-E244-339A-CA06-BF24948ECF5F}"/>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id="{D6D9C040-0F55-126D-E2C3-CD2291430910}"/>
              </a:ext>
            </a:extLst>
          </p:cNvPr>
          <p:cNvSpPr>
            <a:spLocks noGrp="1"/>
          </p:cNvSpPr>
          <p:nvPr>
            <p:ph type="sldNum" sz="quarter" idx="12"/>
          </p:nvPr>
        </p:nvSpPr>
        <p:spPr/>
        <p:txBody>
          <a:bodyPr/>
          <a:lstStyle/>
          <a:p>
            <a:fld id="{0D56CB78-47B2-43F2-B030-B9AD3F1504A5}" type="slidenum">
              <a:rPr lang="es-MX" smtClean="0"/>
              <a:t>‹Nº›</a:t>
            </a:fld>
            <a:endParaRPr lang="es-MX"/>
          </a:p>
        </p:txBody>
      </p:sp>
    </p:spTree>
    <p:extLst>
      <p:ext uri="{BB962C8B-B14F-4D97-AF65-F5344CB8AC3E}">
        <p14:creationId xmlns:p14="http://schemas.microsoft.com/office/powerpoint/2010/main" val="228465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2F4ECFB-478B-7770-F8AD-667D4E4F80C3}"/>
              </a:ext>
            </a:extLst>
          </p:cNvPr>
          <p:cNvSpPr>
            <a:spLocks noGrp="1"/>
          </p:cNvSpPr>
          <p:nvPr>
            <p:ph type="title"/>
          </p:nvPr>
        </p:nvSpPr>
        <p:spPr/>
        <p:txBody>
          <a:bodyPr/>
          <a:lstStyle/>
          <a:p>
            <a:r>
              <a:rPr lang="es-ES"/>
              <a:t>Haga clic para modificar el estilo de título del patrón</a:t>
            </a:r>
            <a:endParaRPr lang="es-MX"/>
          </a:p>
        </p:txBody>
      </p:sp>
      <p:sp>
        <p:nvSpPr>
          <p:cNvPr id="3" name="Marcador de contenido 2">
            <a:extLst>
              <a:ext uri="{FF2B5EF4-FFF2-40B4-BE49-F238E27FC236}">
                <a16:creationId xmlns:a16="http://schemas.microsoft.com/office/drawing/2014/main" id="{FD352653-32C1-91C9-D399-EFD060ECFDCB}"/>
              </a:ext>
            </a:extLst>
          </p:cNvPr>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contenido 3">
            <a:extLst>
              <a:ext uri="{FF2B5EF4-FFF2-40B4-BE49-F238E27FC236}">
                <a16:creationId xmlns:a16="http://schemas.microsoft.com/office/drawing/2014/main" id="{DFAF5F1A-348F-52CB-A193-E14A6A6C058A}"/>
              </a:ext>
            </a:extLst>
          </p:cNvPr>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5" name="Marcador de fecha 4">
            <a:extLst>
              <a:ext uri="{FF2B5EF4-FFF2-40B4-BE49-F238E27FC236}">
                <a16:creationId xmlns:a16="http://schemas.microsoft.com/office/drawing/2014/main" id="{2A33D7F6-2056-F1CD-8B4C-C8F8ACC687F6}"/>
              </a:ext>
            </a:extLst>
          </p:cNvPr>
          <p:cNvSpPr>
            <a:spLocks noGrp="1"/>
          </p:cNvSpPr>
          <p:nvPr>
            <p:ph type="dt" sz="half" idx="10"/>
          </p:nvPr>
        </p:nvSpPr>
        <p:spPr/>
        <p:txBody>
          <a:bodyPr/>
          <a:lstStyle/>
          <a:p>
            <a:fld id="{6B07E4EA-4E4E-47F9-9C3B-7EB39E9CF2FF}" type="datetimeFigureOut">
              <a:rPr lang="es-MX" smtClean="0"/>
              <a:t>19/11/2025</a:t>
            </a:fld>
            <a:endParaRPr lang="es-MX"/>
          </a:p>
        </p:txBody>
      </p:sp>
      <p:sp>
        <p:nvSpPr>
          <p:cNvPr id="6" name="Marcador de pie de página 5">
            <a:extLst>
              <a:ext uri="{FF2B5EF4-FFF2-40B4-BE49-F238E27FC236}">
                <a16:creationId xmlns:a16="http://schemas.microsoft.com/office/drawing/2014/main" id="{DEA89770-71CF-A1B3-A29C-0FDE5B6EFB2B}"/>
              </a:ext>
            </a:extLst>
          </p:cNvPr>
          <p:cNvSpPr>
            <a:spLocks noGrp="1"/>
          </p:cNvSpPr>
          <p:nvPr>
            <p:ph type="ftr" sz="quarter" idx="11"/>
          </p:nvPr>
        </p:nvSpPr>
        <p:spPr/>
        <p:txBody>
          <a:bodyPr/>
          <a:lstStyle/>
          <a:p>
            <a:endParaRPr lang="es-MX"/>
          </a:p>
        </p:txBody>
      </p:sp>
      <p:sp>
        <p:nvSpPr>
          <p:cNvPr id="7" name="Marcador de número de diapositiva 6">
            <a:extLst>
              <a:ext uri="{FF2B5EF4-FFF2-40B4-BE49-F238E27FC236}">
                <a16:creationId xmlns:a16="http://schemas.microsoft.com/office/drawing/2014/main" id="{1144303F-1553-72E7-0115-6D92167DB9E3}"/>
              </a:ext>
            </a:extLst>
          </p:cNvPr>
          <p:cNvSpPr>
            <a:spLocks noGrp="1"/>
          </p:cNvSpPr>
          <p:nvPr>
            <p:ph type="sldNum" sz="quarter" idx="12"/>
          </p:nvPr>
        </p:nvSpPr>
        <p:spPr/>
        <p:txBody>
          <a:bodyPr/>
          <a:lstStyle/>
          <a:p>
            <a:fld id="{0D56CB78-47B2-43F2-B030-B9AD3F1504A5}" type="slidenum">
              <a:rPr lang="es-MX" smtClean="0"/>
              <a:t>‹Nº›</a:t>
            </a:fld>
            <a:endParaRPr lang="es-MX"/>
          </a:p>
        </p:txBody>
      </p:sp>
    </p:spTree>
    <p:extLst>
      <p:ext uri="{BB962C8B-B14F-4D97-AF65-F5344CB8AC3E}">
        <p14:creationId xmlns:p14="http://schemas.microsoft.com/office/powerpoint/2010/main" val="130269323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769B173-7901-6474-51B6-ADC39A28D789}"/>
              </a:ext>
            </a:extLst>
          </p:cNvPr>
          <p:cNvSpPr>
            <a:spLocks noGrp="1"/>
          </p:cNvSpPr>
          <p:nvPr>
            <p:ph type="title"/>
          </p:nvPr>
        </p:nvSpPr>
        <p:spPr>
          <a:xfrm>
            <a:off x="839788" y="365125"/>
            <a:ext cx="10515600" cy="1325563"/>
          </a:xfrm>
        </p:spPr>
        <p:txBody>
          <a:bodyPr/>
          <a:lstStyle/>
          <a:p>
            <a:r>
              <a:rPr lang="es-ES"/>
              <a:t>Haga clic para modificar el estilo de título del patrón</a:t>
            </a:r>
            <a:endParaRPr lang="es-MX"/>
          </a:p>
        </p:txBody>
      </p:sp>
      <p:sp>
        <p:nvSpPr>
          <p:cNvPr id="3" name="Marcador de texto 2">
            <a:extLst>
              <a:ext uri="{FF2B5EF4-FFF2-40B4-BE49-F238E27FC236}">
                <a16:creationId xmlns:a16="http://schemas.microsoft.com/office/drawing/2014/main" id="{9CA634C4-3AFD-816E-FDBA-B3D207D8CCA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Marcador de contenido 3">
            <a:extLst>
              <a:ext uri="{FF2B5EF4-FFF2-40B4-BE49-F238E27FC236}">
                <a16:creationId xmlns:a16="http://schemas.microsoft.com/office/drawing/2014/main" id="{5B423AA5-F6BE-1AD3-BE45-167D4A69B63C}"/>
              </a:ext>
            </a:extLst>
          </p:cNvPr>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5" name="Marcador de texto 4">
            <a:extLst>
              <a:ext uri="{FF2B5EF4-FFF2-40B4-BE49-F238E27FC236}">
                <a16:creationId xmlns:a16="http://schemas.microsoft.com/office/drawing/2014/main" id="{A92357A5-B098-8F1F-595F-68D2978F26A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Marcador de contenido 5">
            <a:extLst>
              <a:ext uri="{FF2B5EF4-FFF2-40B4-BE49-F238E27FC236}">
                <a16:creationId xmlns:a16="http://schemas.microsoft.com/office/drawing/2014/main" id="{65C1718A-12B2-CD15-253A-A9A487114F88}"/>
              </a:ext>
            </a:extLst>
          </p:cNvPr>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7" name="Marcador de fecha 6">
            <a:extLst>
              <a:ext uri="{FF2B5EF4-FFF2-40B4-BE49-F238E27FC236}">
                <a16:creationId xmlns:a16="http://schemas.microsoft.com/office/drawing/2014/main" id="{8E080B25-3F6D-B604-0F7D-2E670521427E}"/>
              </a:ext>
            </a:extLst>
          </p:cNvPr>
          <p:cNvSpPr>
            <a:spLocks noGrp="1"/>
          </p:cNvSpPr>
          <p:nvPr>
            <p:ph type="dt" sz="half" idx="10"/>
          </p:nvPr>
        </p:nvSpPr>
        <p:spPr/>
        <p:txBody>
          <a:bodyPr/>
          <a:lstStyle/>
          <a:p>
            <a:fld id="{6B07E4EA-4E4E-47F9-9C3B-7EB39E9CF2FF}" type="datetimeFigureOut">
              <a:rPr lang="es-MX" smtClean="0"/>
              <a:t>19/11/2025</a:t>
            </a:fld>
            <a:endParaRPr lang="es-MX"/>
          </a:p>
        </p:txBody>
      </p:sp>
      <p:sp>
        <p:nvSpPr>
          <p:cNvPr id="8" name="Marcador de pie de página 7">
            <a:extLst>
              <a:ext uri="{FF2B5EF4-FFF2-40B4-BE49-F238E27FC236}">
                <a16:creationId xmlns:a16="http://schemas.microsoft.com/office/drawing/2014/main" id="{D6229171-5451-9BF8-7124-ED7404E15BF8}"/>
              </a:ext>
            </a:extLst>
          </p:cNvPr>
          <p:cNvSpPr>
            <a:spLocks noGrp="1"/>
          </p:cNvSpPr>
          <p:nvPr>
            <p:ph type="ftr" sz="quarter" idx="11"/>
          </p:nvPr>
        </p:nvSpPr>
        <p:spPr/>
        <p:txBody>
          <a:bodyPr/>
          <a:lstStyle/>
          <a:p>
            <a:endParaRPr lang="es-MX"/>
          </a:p>
        </p:txBody>
      </p:sp>
      <p:sp>
        <p:nvSpPr>
          <p:cNvPr id="9" name="Marcador de número de diapositiva 8">
            <a:extLst>
              <a:ext uri="{FF2B5EF4-FFF2-40B4-BE49-F238E27FC236}">
                <a16:creationId xmlns:a16="http://schemas.microsoft.com/office/drawing/2014/main" id="{E79F513B-F770-4F81-810F-BB408AA42FF8}"/>
              </a:ext>
            </a:extLst>
          </p:cNvPr>
          <p:cNvSpPr>
            <a:spLocks noGrp="1"/>
          </p:cNvSpPr>
          <p:nvPr>
            <p:ph type="sldNum" sz="quarter" idx="12"/>
          </p:nvPr>
        </p:nvSpPr>
        <p:spPr/>
        <p:txBody>
          <a:bodyPr/>
          <a:lstStyle/>
          <a:p>
            <a:fld id="{0D56CB78-47B2-43F2-B030-B9AD3F1504A5}" type="slidenum">
              <a:rPr lang="es-MX" smtClean="0"/>
              <a:t>‹Nº›</a:t>
            </a:fld>
            <a:endParaRPr lang="es-MX"/>
          </a:p>
        </p:txBody>
      </p:sp>
    </p:spTree>
    <p:extLst>
      <p:ext uri="{BB962C8B-B14F-4D97-AF65-F5344CB8AC3E}">
        <p14:creationId xmlns:p14="http://schemas.microsoft.com/office/powerpoint/2010/main" val="16613553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37F05F4-DAB2-44EC-2A79-B17267CDCE15}"/>
              </a:ext>
            </a:extLst>
          </p:cNvPr>
          <p:cNvSpPr>
            <a:spLocks noGrp="1"/>
          </p:cNvSpPr>
          <p:nvPr>
            <p:ph type="title"/>
          </p:nvPr>
        </p:nvSpPr>
        <p:spPr/>
        <p:txBody>
          <a:bodyPr/>
          <a:lstStyle/>
          <a:p>
            <a:r>
              <a:rPr lang="es-ES"/>
              <a:t>Haga clic para modificar el estilo de título del patrón</a:t>
            </a:r>
            <a:endParaRPr lang="es-MX"/>
          </a:p>
        </p:txBody>
      </p:sp>
      <p:sp>
        <p:nvSpPr>
          <p:cNvPr id="3" name="Marcador de fecha 2">
            <a:extLst>
              <a:ext uri="{FF2B5EF4-FFF2-40B4-BE49-F238E27FC236}">
                <a16:creationId xmlns:a16="http://schemas.microsoft.com/office/drawing/2014/main" id="{BAA27F59-C276-E1F2-6990-C03E3F0205D4}"/>
              </a:ext>
            </a:extLst>
          </p:cNvPr>
          <p:cNvSpPr>
            <a:spLocks noGrp="1"/>
          </p:cNvSpPr>
          <p:nvPr>
            <p:ph type="dt" sz="half" idx="10"/>
          </p:nvPr>
        </p:nvSpPr>
        <p:spPr/>
        <p:txBody>
          <a:bodyPr/>
          <a:lstStyle/>
          <a:p>
            <a:fld id="{6B07E4EA-4E4E-47F9-9C3B-7EB39E9CF2FF}" type="datetimeFigureOut">
              <a:rPr lang="es-MX" smtClean="0"/>
              <a:t>19/11/2025</a:t>
            </a:fld>
            <a:endParaRPr lang="es-MX"/>
          </a:p>
        </p:txBody>
      </p:sp>
      <p:sp>
        <p:nvSpPr>
          <p:cNvPr id="4" name="Marcador de pie de página 3">
            <a:extLst>
              <a:ext uri="{FF2B5EF4-FFF2-40B4-BE49-F238E27FC236}">
                <a16:creationId xmlns:a16="http://schemas.microsoft.com/office/drawing/2014/main" id="{1A7D1AEC-7BE4-9CFF-4ED9-59FEE01157D1}"/>
              </a:ext>
            </a:extLst>
          </p:cNvPr>
          <p:cNvSpPr>
            <a:spLocks noGrp="1"/>
          </p:cNvSpPr>
          <p:nvPr>
            <p:ph type="ftr" sz="quarter" idx="11"/>
          </p:nvPr>
        </p:nvSpPr>
        <p:spPr/>
        <p:txBody>
          <a:bodyPr/>
          <a:lstStyle/>
          <a:p>
            <a:endParaRPr lang="es-MX"/>
          </a:p>
        </p:txBody>
      </p:sp>
      <p:sp>
        <p:nvSpPr>
          <p:cNvPr id="5" name="Marcador de número de diapositiva 4">
            <a:extLst>
              <a:ext uri="{FF2B5EF4-FFF2-40B4-BE49-F238E27FC236}">
                <a16:creationId xmlns:a16="http://schemas.microsoft.com/office/drawing/2014/main" id="{1E12FD2E-E89E-C0D7-655E-A14E08BA6336}"/>
              </a:ext>
            </a:extLst>
          </p:cNvPr>
          <p:cNvSpPr>
            <a:spLocks noGrp="1"/>
          </p:cNvSpPr>
          <p:nvPr>
            <p:ph type="sldNum" sz="quarter" idx="12"/>
          </p:nvPr>
        </p:nvSpPr>
        <p:spPr/>
        <p:txBody>
          <a:bodyPr/>
          <a:lstStyle/>
          <a:p>
            <a:fld id="{0D56CB78-47B2-43F2-B030-B9AD3F1504A5}" type="slidenum">
              <a:rPr lang="es-MX" smtClean="0"/>
              <a:t>‹Nº›</a:t>
            </a:fld>
            <a:endParaRPr lang="es-MX"/>
          </a:p>
        </p:txBody>
      </p:sp>
    </p:spTree>
    <p:extLst>
      <p:ext uri="{BB962C8B-B14F-4D97-AF65-F5344CB8AC3E}">
        <p14:creationId xmlns:p14="http://schemas.microsoft.com/office/powerpoint/2010/main" val="265866499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10ED760C-47C4-16B7-7078-42DCBC4F83B4}"/>
              </a:ext>
            </a:extLst>
          </p:cNvPr>
          <p:cNvSpPr>
            <a:spLocks noGrp="1"/>
          </p:cNvSpPr>
          <p:nvPr>
            <p:ph type="dt" sz="half" idx="10"/>
          </p:nvPr>
        </p:nvSpPr>
        <p:spPr/>
        <p:txBody>
          <a:bodyPr/>
          <a:lstStyle/>
          <a:p>
            <a:fld id="{6B07E4EA-4E4E-47F9-9C3B-7EB39E9CF2FF}" type="datetimeFigureOut">
              <a:rPr lang="es-MX" smtClean="0"/>
              <a:t>19/11/2025</a:t>
            </a:fld>
            <a:endParaRPr lang="es-MX"/>
          </a:p>
        </p:txBody>
      </p:sp>
      <p:sp>
        <p:nvSpPr>
          <p:cNvPr id="3" name="Marcador de pie de página 2">
            <a:extLst>
              <a:ext uri="{FF2B5EF4-FFF2-40B4-BE49-F238E27FC236}">
                <a16:creationId xmlns:a16="http://schemas.microsoft.com/office/drawing/2014/main" id="{528C8589-4AD9-A544-FFF2-CDF22EC7CA4D}"/>
              </a:ext>
            </a:extLst>
          </p:cNvPr>
          <p:cNvSpPr>
            <a:spLocks noGrp="1"/>
          </p:cNvSpPr>
          <p:nvPr>
            <p:ph type="ftr" sz="quarter" idx="11"/>
          </p:nvPr>
        </p:nvSpPr>
        <p:spPr/>
        <p:txBody>
          <a:bodyPr/>
          <a:lstStyle/>
          <a:p>
            <a:endParaRPr lang="es-MX"/>
          </a:p>
        </p:txBody>
      </p:sp>
      <p:sp>
        <p:nvSpPr>
          <p:cNvPr id="4" name="Marcador de número de diapositiva 3">
            <a:extLst>
              <a:ext uri="{FF2B5EF4-FFF2-40B4-BE49-F238E27FC236}">
                <a16:creationId xmlns:a16="http://schemas.microsoft.com/office/drawing/2014/main" id="{88DEB9E0-C427-C203-8B61-CCFA8B742A35}"/>
              </a:ext>
            </a:extLst>
          </p:cNvPr>
          <p:cNvSpPr>
            <a:spLocks noGrp="1"/>
          </p:cNvSpPr>
          <p:nvPr>
            <p:ph type="sldNum" sz="quarter" idx="12"/>
          </p:nvPr>
        </p:nvSpPr>
        <p:spPr/>
        <p:txBody>
          <a:bodyPr/>
          <a:lstStyle/>
          <a:p>
            <a:fld id="{0D56CB78-47B2-43F2-B030-B9AD3F1504A5}" type="slidenum">
              <a:rPr lang="es-MX" smtClean="0"/>
              <a:t>‹Nº›</a:t>
            </a:fld>
            <a:endParaRPr lang="es-MX"/>
          </a:p>
        </p:txBody>
      </p:sp>
    </p:spTree>
    <p:extLst>
      <p:ext uri="{BB962C8B-B14F-4D97-AF65-F5344CB8AC3E}">
        <p14:creationId xmlns:p14="http://schemas.microsoft.com/office/powerpoint/2010/main" val="426853572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D0A6101-EED4-8A9C-E4C2-132DB0C60792}"/>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MX"/>
          </a:p>
        </p:txBody>
      </p:sp>
      <p:sp>
        <p:nvSpPr>
          <p:cNvPr id="3" name="Marcador de contenido 2">
            <a:extLst>
              <a:ext uri="{FF2B5EF4-FFF2-40B4-BE49-F238E27FC236}">
                <a16:creationId xmlns:a16="http://schemas.microsoft.com/office/drawing/2014/main" id="{94886773-5282-40FD-D223-E01D19775AD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texto 3">
            <a:extLst>
              <a:ext uri="{FF2B5EF4-FFF2-40B4-BE49-F238E27FC236}">
                <a16:creationId xmlns:a16="http://schemas.microsoft.com/office/drawing/2014/main" id="{BD8F29FD-2EB8-1F21-8BC8-751F128131D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2278E1D6-D0F9-45C8-AE04-64F011336343}"/>
              </a:ext>
            </a:extLst>
          </p:cNvPr>
          <p:cNvSpPr>
            <a:spLocks noGrp="1"/>
          </p:cNvSpPr>
          <p:nvPr>
            <p:ph type="dt" sz="half" idx="10"/>
          </p:nvPr>
        </p:nvSpPr>
        <p:spPr/>
        <p:txBody>
          <a:bodyPr/>
          <a:lstStyle/>
          <a:p>
            <a:fld id="{6B07E4EA-4E4E-47F9-9C3B-7EB39E9CF2FF}" type="datetimeFigureOut">
              <a:rPr lang="es-MX" smtClean="0"/>
              <a:t>19/11/2025</a:t>
            </a:fld>
            <a:endParaRPr lang="es-MX"/>
          </a:p>
        </p:txBody>
      </p:sp>
      <p:sp>
        <p:nvSpPr>
          <p:cNvPr id="6" name="Marcador de pie de página 5">
            <a:extLst>
              <a:ext uri="{FF2B5EF4-FFF2-40B4-BE49-F238E27FC236}">
                <a16:creationId xmlns:a16="http://schemas.microsoft.com/office/drawing/2014/main" id="{4CBE9DEF-1448-39DB-A6F7-22CF3492378F}"/>
              </a:ext>
            </a:extLst>
          </p:cNvPr>
          <p:cNvSpPr>
            <a:spLocks noGrp="1"/>
          </p:cNvSpPr>
          <p:nvPr>
            <p:ph type="ftr" sz="quarter" idx="11"/>
          </p:nvPr>
        </p:nvSpPr>
        <p:spPr/>
        <p:txBody>
          <a:bodyPr/>
          <a:lstStyle/>
          <a:p>
            <a:endParaRPr lang="es-MX"/>
          </a:p>
        </p:txBody>
      </p:sp>
      <p:sp>
        <p:nvSpPr>
          <p:cNvPr id="7" name="Marcador de número de diapositiva 6">
            <a:extLst>
              <a:ext uri="{FF2B5EF4-FFF2-40B4-BE49-F238E27FC236}">
                <a16:creationId xmlns:a16="http://schemas.microsoft.com/office/drawing/2014/main" id="{42F3964B-BCBB-672D-4331-D92F7FABAD69}"/>
              </a:ext>
            </a:extLst>
          </p:cNvPr>
          <p:cNvSpPr>
            <a:spLocks noGrp="1"/>
          </p:cNvSpPr>
          <p:nvPr>
            <p:ph type="sldNum" sz="quarter" idx="12"/>
          </p:nvPr>
        </p:nvSpPr>
        <p:spPr/>
        <p:txBody>
          <a:bodyPr/>
          <a:lstStyle/>
          <a:p>
            <a:fld id="{0D56CB78-47B2-43F2-B030-B9AD3F1504A5}" type="slidenum">
              <a:rPr lang="es-MX" smtClean="0"/>
              <a:t>‹Nº›</a:t>
            </a:fld>
            <a:endParaRPr lang="es-MX"/>
          </a:p>
        </p:txBody>
      </p:sp>
    </p:spTree>
    <p:extLst>
      <p:ext uri="{BB962C8B-B14F-4D97-AF65-F5344CB8AC3E}">
        <p14:creationId xmlns:p14="http://schemas.microsoft.com/office/powerpoint/2010/main" val="336238811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75CBD1B-4D9E-05CA-6549-F8AA3CA066EE}"/>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MX"/>
          </a:p>
        </p:txBody>
      </p:sp>
      <p:sp>
        <p:nvSpPr>
          <p:cNvPr id="3" name="Marcador de posición de imagen 2">
            <a:extLst>
              <a:ext uri="{FF2B5EF4-FFF2-40B4-BE49-F238E27FC236}">
                <a16:creationId xmlns:a16="http://schemas.microsoft.com/office/drawing/2014/main" id="{900410EE-D976-BADA-24CC-D4F0AA4A58F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MX"/>
          </a:p>
        </p:txBody>
      </p:sp>
      <p:sp>
        <p:nvSpPr>
          <p:cNvPr id="4" name="Marcador de texto 3">
            <a:extLst>
              <a:ext uri="{FF2B5EF4-FFF2-40B4-BE49-F238E27FC236}">
                <a16:creationId xmlns:a16="http://schemas.microsoft.com/office/drawing/2014/main" id="{03B7E3FC-8518-88C8-CF27-2544AA67943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1245E3CE-0693-113D-3903-E698E2AFB134}"/>
              </a:ext>
            </a:extLst>
          </p:cNvPr>
          <p:cNvSpPr>
            <a:spLocks noGrp="1"/>
          </p:cNvSpPr>
          <p:nvPr>
            <p:ph type="dt" sz="half" idx="10"/>
          </p:nvPr>
        </p:nvSpPr>
        <p:spPr/>
        <p:txBody>
          <a:bodyPr/>
          <a:lstStyle/>
          <a:p>
            <a:fld id="{6B07E4EA-4E4E-47F9-9C3B-7EB39E9CF2FF}" type="datetimeFigureOut">
              <a:rPr lang="es-MX" smtClean="0"/>
              <a:t>19/11/2025</a:t>
            </a:fld>
            <a:endParaRPr lang="es-MX"/>
          </a:p>
        </p:txBody>
      </p:sp>
      <p:sp>
        <p:nvSpPr>
          <p:cNvPr id="6" name="Marcador de pie de página 5">
            <a:extLst>
              <a:ext uri="{FF2B5EF4-FFF2-40B4-BE49-F238E27FC236}">
                <a16:creationId xmlns:a16="http://schemas.microsoft.com/office/drawing/2014/main" id="{EB2FCCEA-E7B1-3CFC-A7F1-8C28C32D75BD}"/>
              </a:ext>
            </a:extLst>
          </p:cNvPr>
          <p:cNvSpPr>
            <a:spLocks noGrp="1"/>
          </p:cNvSpPr>
          <p:nvPr>
            <p:ph type="ftr" sz="quarter" idx="11"/>
          </p:nvPr>
        </p:nvSpPr>
        <p:spPr/>
        <p:txBody>
          <a:bodyPr/>
          <a:lstStyle/>
          <a:p>
            <a:endParaRPr lang="es-MX"/>
          </a:p>
        </p:txBody>
      </p:sp>
      <p:sp>
        <p:nvSpPr>
          <p:cNvPr id="7" name="Marcador de número de diapositiva 6">
            <a:extLst>
              <a:ext uri="{FF2B5EF4-FFF2-40B4-BE49-F238E27FC236}">
                <a16:creationId xmlns:a16="http://schemas.microsoft.com/office/drawing/2014/main" id="{24A931C3-44A6-2D5A-9B98-288CC01DE892}"/>
              </a:ext>
            </a:extLst>
          </p:cNvPr>
          <p:cNvSpPr>
            <a:spLocks noGrp="1"/>
          </p:cNvSpPr>
          <p:nvPr>
            <p:ph type="sldNum" sz="quarter" idx="12"/>
          </p:nvPr>
        </p:nvSpPr>
        <p:spPr/>
        <p:txBody>
          <a:bodyPr/>
          <a:lstStyle/>
          <a:p>
            <a:fld id="{0D56CB78-47B2-43F2-B030-B9AD3F1504A5}" type="slidenum">
              <a:rPr lang="es-MX" smtClean="0"/>
              <a:t>‹Nº›</a:t>
            </a:fld>
            <a:endParaRPr lang="es-MX"/>
          </a:p>
        </p:txBody>
      </p:sp>
    </p:spTree>
    <p:extLst>
      <p:ext uri="{BB962C8B-B14F-4D97-AF65-F5344CB8AC3E}">
        <p14:creationId xmlns:p14="http://schemas.microsoft.com/office/powerpoint/2010/main" val="209744398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48A1F2E-7871-D8B4-54DF-57D353BF9FFC}"/>
              </a:ext>
            </a:extLst>
          </p:cNvPr>
          <p:cNvSpPr>
            <a:spLocks noGrp="1"/>
          </p:cNvSpPr>
          <p:nvPr>
            <p:ph type="title"/>
          </p:nvPr>
        </p:nvSpPr>
        <p:spPr/>
        <p:txBody>
          <a:bodyPr/>
          <a:lstStyle/>
          <a:p>
            <a:r>
              <a:rPr lang="es-ES"/>
              <a:t>Haga clic para modificar el estilo de título del patrón</a:t>
            </a:r>
            <a:endParaRPr lang="es-MX"/>
          </a:p>
        </p:txBody>
      </p:sp>
      <p:sp>
        <p:nvSpPr>
          <p:cNvPr id="3" name="Marcador de texto vertical 2">
            <a:extLst>
              <a:ext uri="{FF2B5EF4-FFF2-40B4-BE49-F238E27FC236}">
                <a16:creationId xmlns:a16="http://schemas.microsoft.com/office/drawing/2014/main" id="{9854B113-B5AC-5C25-DBC3-012CFC7362CA}"/>
              </a:ext>
            </a:extLst>
          </p:cNvPr>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fecha 3">
            <a:extLst>
              <a:ext uri="{FF2B5EF4-FFF2-40B4-BE49-F238E27FC236}">
                <a16:creationId xmlns:a16="http://schemas.microsoft.com/office/drawing/2014/main" id="{BC1D48C4-EBF6-6E9E-C8DC-8CC1486823D5}"/>
              </a:ext>
            </a:extLst>
          </p:cNvPr>
          <p:cNvSpPr>
            <a:spLocks noGrp="1"/>
          </p:cNvSpPr>
          <p:nvPr>
            <p:ph type="dt" sz="half" idx="10"/>
          </p:nvPr>
        </p:nvSpPr>
        <p:spPr/>
        <p:txBody>
          <a:bodyPr/>
          <a:lstStyle/>
          <a:p>
            <a:fld id="{6B07E4EA-4E4E-47F9-9C3B-7EB39E9CF2FF}" type="datetimeFigureOut">
              <a:rPr lang="es-MX" smtClean="0"/>
              <a:t>19/11/2025</a:t>
            </a:fld>
            <a:endParaRPr lang="es-MX"/>
          </a:p>
        </p:txBody>
      </p:sp>
      <p:sp>
        <p:nvSpPr>
          <p:cNvPr id="5" name="Marcador de pie de página 4">
            <a:extLst>
              <a:ext uri="{FF2B5EF4-FFF2-40B4-BE49-F238E27FC236}">
                <a16:creationId xmlns:a16="http://schemas.microsoft.com/office/drawing/2014/main" id="{82B8D16B-8D04-031C-7AA3-734B97720676}"/>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id="{0C4C42AD-D701-9A1C-24D5-9F76F875119F}"/>
              </a:ext>
            </a:extLst>
          </p:cNvPr>
          <p:cNvSpPr>
            <a:spLocks noGrp="1"/>
          </p:cNvSpPr>
          <p:nvPr>
            <p:ph type="sldNum" sz="quarter" idx="12"/>
          </p:nvPr>
        </p:nvSpPr>
        <p:spPr/>
        <p:txBody>
          <a:bodyPr/>
          <a:lstStyle/>
          <a:p>
            <a:fld id="{0D56CB78-47B2-43F2-B030-B9AD3F1504A5}" type="slidenum">
              <a:rPr lang="es-MX" smtClean="0"/>
              <a:t>‹Nº›</a:t>
            </a:fld>
            <a:endParaRPr lang="es-MX"/>
          </a:p>
        </p:txBody>
      </p:sp>
    </p:spTree>
    <p:extLst>
      <p:ext uri="{BB962C8B-B14F-4D97-AF65-F5344CB8AC3E}">
        <p14:creationId xmlns:p14="http://schemas.microsoft.com/office/powerpoint/2010/main" val="3085889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3F961AF5-2E2F-5261-6436-8873140FD8AE}"/>
              </a:ext>
            </a:extLst>
          </p:cNvPr>
          <p:cNvSpPr>
            <a:spLocks noGrp="1"/>
          </p:cNvSpPr>
          <p:nvPr>
            <p:ph type="title" orient="vert"/>
          </p:nvPr>
        </p:nvSpPr>
        <p:spPr>
          <a:xfrm>
            <a:off x="8724900" y="365125"/>
            <a:ext cx="2628900" cy="5811838"/>
          </a:xfrm>
        </p:spPr>
        <p:txBody>
          <a:bodyPr vert="eaVert"/>
          <a:lstStyle/>
          <a:p>
            <a:r>
              <a:rPr lang="es-ES"/>
              <a:t>Haga clic para modificar el estilo de título del patrón</a:t>
            </a:r>
            <a:endParaRPr lang="es-MX"/>
          </a:p>
        </p:txBody>
      </p:sp>
      <p:sp>
        <p:nvSpPr>
          <p:cNvPr id="3" name="Marcador de texto vertical 2">
            <a:extLst>
              <a:ext uri="{FF2B5EF4-FFF2-40B4-BE49-F238E27FC236}">
                <a16:creationId xmlns:a16="http://schemas.microsoft.com/office/drawing/2014/main" id="{FD28D4ED-A2AC-0D8D-0F6B-F8D80CBBB4C6}"/>
              </a:ext>
            </a:extLst>
          </p:cNvPr>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fecha 3">
            <a:extLst>
              <a:ext uri="{FF2B5EF4-FFF2-40B4-BE49-F238E27FC236}">
                <a16:creationId xmlns:a16="http://schemas.microsoft.com/office/drawing/2014/main" id="{8B050F99-C6A3-CD70-E110-39E3E79ACAEA}"/>
              </a:ext>
            </a:extLst>
          </p:cNvPr>
          <p:cNvSpPr>
            <a:spLocks noGrp="1"/>
          </p:cNvSpPr>
          <p:nvPr>
            <p:ph type="dt" sz="half" idx="10"/>
          </p:nvPr>
        </p:nvSpPr>
        <p:spPr/>
        <p:txBody>
          <a:bodyPr/>
          <a:lstStyle/>
          <a:p>
            <a:fld id="{6B07E4EA-4E4E-47F9-9C3B-7EB39E9CF2FF}" type="datetimeFigureOut">
              <a:rPr lang="es-MX" smtClean="0"/>
              <a:t>19/11/2025</a:t>
            </a:fld>
            <a:endParaRPr lang="es-MX"/>
          </a:p>
        </p:txBody>
      </p:sp>
      <p:sp>
        <p:nvSpPr>
          <p:cNvPr id="5" name="Marcador de pie de página 4">
            <a:extLst>
              <a:ext uri="{FF2B5EF4-FFF2-40B4-BE49-F238E27FC236}">
                <a16:creationId xmlns:a16="http://schemas.microsoft.com/office/drawing/2014/main" id="{87E5A79E-60D0-D094-D7C9-CF24D12175FA}"/>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id="{09CF1E4C-9A57-1CE3-3B37-06F51C5DA372}"/>
              </a:ext>
            </a:extLst>
          </p:cNvPr>
          <p:cNvSpPr>
            <a:spLocks noGrp="1"/>
          </p:cNvSpPr>
          <p:nvPr>
            <p:ph type="sldNum" sz="quarter" idx="12"/>
          </p:nvPr>
        </p:nvSpPr>
        <p:spPr/>
        <p:txBody>
          <a:bodyPr/>
          <a:lstStyle/>
          <a:p>
            <a:fld id="{0D56CB78-47B2-43F2-B030-B9AD3F1504A5}" type="slidenum">
              <a:rPr lang="es-MX" smtClean="0"/>
              <a:t>‹Nº›</a:t>
            </a:fld>
            <a:endParaRPr lang="es-MX"/>
          </a:p>
        </p:txBody>
      </p:sp>
    </p:spTree>
    <p:extLst>
      <p:ext uri="{BB962C8B-B14F-4D97-AF65-F5344CB8AC3E}">
        <p14:creationId xmlns:p14="http://schemas.microsoft.com/office/powerpoint/2010/main" val="311694073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5E0F54C5-CE90-80C2-275A-DA849ACC0EB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endParaRPr lang="es-MX"/>
          </a:p>
        </p:txBody>
      </p:sp>
      <p:sp>
        <p:nvSpPr>
          <p:cNvPr id="3" name="Marcador de texto 2">
            <a:extLst>
              <a:ext uri="{FF2B5EF4-FFF2-40B4-BE49-F238E27FC236}">
                <a16:creationId xmlns:a16="http://schemas.microsoft.com/office/drawing/2014/main" id="{AEBCB8B1-6A93-3ADD-290D-D688858A85D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fecha 3">
            <a:extLst>
              <a:ext uri="{FF2B5EF4-FFF2-40B4-BE49-F238E27FC236}">
                <a16:creationId xmlns:a16="http://schemas.microsoft.com/office/drawing/2014/main" id="{B7A3B197-425D-6A05-F08D-5299DD307A1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B07E4EA-4E4E-47F9-9C3B-7EB39E9CF2FF}" type="datetimeFigureOut">
              <a:rPr lang="es-MX" smtClean="0"/>
              <a:t>19/11/2025</a:t>
            </a:fld>
            <a:endParaRPr lang="es-MX"/>
          </a:p>
        </p:txBody>
      </p:sp>
      <p:sp>
        <p:nvSpPr>
          <p:cNvPr id="5" name="Marcador de pie de página 4">
            <a:extLst>
              <a:ext uri="{FF2B5EF4-FFF2-40B4-BE49-F238E27FC236}">
                <a16:creationId xmlns:a16="http://schemas.microsoft.com/office/drawing/2014/main" id="{9A8F6BE6-633C-619B-8B5D-9E434D5CBBB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s-MX"/>
          </a:p>
        </p:txBody>
      </p:sp>
      <p:sp>
        <p:nvSpPr>
          <p:cNvPr id="6" name="Marcador de número de diapositiva 5">
            <a:extLst>
              <a:ext uri="{FF2B5EF4-FFF2-40B4-BE49-F238E27FC236}">
                <a16:creationId xmlns:a16="http://schemas.microsoft.com/office/drawing/2014/main" id="{2635242D-D334-811B-CC0E-72F9A7D2AC6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D56CB78-47B2-43F2-B030-B9AD3F1504A5}" type="slidenum">
              <a:rPr lang="es-MX" smtClean="0"/>
              <a:t>‹Nº›</a:t>
            </a:fld>
            <a:endParaRPr lang="es-MX"/>
          </a:p>
        </p:txBody>
      </p:sp>
    </p:spTree>
    <p:extLst>
      <p:ext uri="{BB962C8B-B14F-4D97-AF65-F5344CB8AC3E}">
        <p14:creationId xmlns:p14="http://schemas.microsoft.com/office/powerpoint/2010/main" val="172562538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MX"/>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2D8BE38-88DA-D011-E27C-EBE4545ADD5D}"/>
              </a:ext>
            </a:extLst>
          </p:cNvPr>
          <p:cNvSpPr>
            <a:spLocks noGrp="1"/>
          </p:cNvSpPr>
          <p:nvPr>
            <p:ph type="ctrTitle"/>
          </p:nvPr>
        </p:nvSpPr>
        <p:spPr>
          <a:xfrm>
            <a:off x="1524000" y="2208456"/>
            <a:ext cx="9144000" cy="1387865"/>
          </a:xfrm>
        </p:spPr>
        <p:txBody>
          <a:bodyPr>
            <a:noAutofit/>
          </a:bodyPr>
          <a:lstStyle/>
          <a:p>
            <a:r>
              <a:rPr lang="en-US" b="1" dirty="0"/>
              <a:t>Testing Procedures for Operational Issues</a:t>
            </a:r>
            <a:endParaRPr lang="es-MX" b="1" dirty="0"/>
          </a:p>
        </p:txBody>
      </p:sp>
      <p:sp>
        <p:nvSpPr>
          <p:cNvPr id="3" name="Subtítulo 2">
            <a:extLst>
              <a:ext uri="{FF2B5EF4-FFF2-40B4-BE49-F238E27FC236}">
                <a16:creationId xmlns:a16="http://schemas.microsoft.com/office/drawing/2014/main" id="{18631FE9-BD76-4FD0-DBE7-AA5EBEECA829}"/>
              </a:ext>
            </a:extLst>
          </p:cNvPr>
          <p:cNvSpPr>
            <a:spLocks noGrp="1"/>
          </p:cNvSpPr>
          <p:nvPr>
            <p:ph type="subTitle" idx="1"/>
          </p:nvPr>
        </p:nvSpPr>
        <p:spPr>
          <a:xfrm>
            <a:off x="1524000" y="3809458"/>
            <a:ext cx="9144000" cy="1180098"/>
          </a:xfrm>
        </p:spPr>
        <p:txBody>
          <a:bodyPr/>
          <a:lstStyle/>
          <a:p>
            <a:r>
              <a:rPr lang="es-MX" b="1" dirty="0" err="1">
                <a:latin typeface="Arial" panose="020B0604020202020204" pitchFamily="34" charset="0"/>
              </a:rPr>
              <a:t>TechnoReady</a:t>
            </a:r>
            <a:r>
              <a:rPr lang="es-MX" sz="4400" b="1" i="0" dirty="0">
                <a:effectLst/>
                <a:latin typeface="Arial" panose="020B0604020202020204" pitchFamily="34" charset="0"/>
              </a:rPr>
              <a:t> </a:t>
            </a:r>
            <a:r>
              <a:rPr lang="es-MX" sz="2800" b="1" i="0" dirty="0">
                <a:effectLst/>
                <a:latin typeface="Arial" panose="020B0604020202020204" pitchFamily="34" charset="0"/>
              </a:rPr>
              <a:t>In-</a:t>
            </a:r>
            <a:r>
              <a:rPr lang="es-MX" sz="2800" b="1" i="0" dirty="0" err="1">
                <a:effectLst/>
                <a:latin typeface="Arial" panose="020B0604020202020204" pitchFamily="34" charset="0"/>
              </a:rPr>
              <a:t>Mexico</a:t>
            </a:r>
            <a:r>
              <a:rPr lang="es-MX" sz="3200" b="0" i="0" dirty="0">
                <a:effectLst/>
                <a:latin typeface="Arial" panose="020B0604020202020204" pitchFamily="34" charset="0"/>
              </a:rPr>
              <a:t>.</a:t>
            </a:r>
            <a:endParaRPr lang="es-MX" sz="4400" dirty="0"/>
          </a:p>
          <a:p>
            <a:r>
              <a:rPr lang="es-MX" dirty="0"/>
              <a:t>8th </a:t>
            </a:r>
            <a:r>
              <a:rPr lang="es-MX" dirty="0" err="1"/>
              <a:t>Challenge</a:t>
            </a:r>
            <a:endParaRPr lang="es-MX" dirty="0"/>
          </a:p>
        </p:txBody>
      </p:sp>
      <p:sp>
        <p:nvSpPr>
          <p:cNvPr id="5" name="Subtítulo 2">
            <a:extLst>
              <a:ext uri="{FF2B5EF4-FFF2-40B4-BE49-F238E27FC236}">
                <a16:creationId xmlns:a16="http://schemas.microsoft.com/office/drawing/2014/main" id="{32370177-42E3-FF49-0A4C-DC68EFE64402}"/>
              </a:ext>
            </a:extLst>
          </p:cNvPr>
          <p:cNvSpPr txBox="1">
            <a:spLocks/>
          </p:cNvSpPr>
          <p:nvPr/>
        </p:nvSpPr>
        <p:spPr>
          <a:xfrm>
            <a:off x="1731821" y="5202693"/>
            <a:ext cx="8728363" cy="93492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s-MX" sz="2000" dirty="0"/>
              <a:t>Johan Alejandro Gloria González, NAO ID: 3346</a:t>
            </a:r>
            <a:br>
              <a:rPr lang="es-MX" sz="2000" dirty="0"/>
            </a:br>
            <a:r>
              <a:rPr lang="es-MX" sz="2000" dirty="0"/>
              <a:t>Iván Kaleb Ramírez Torres, NAO ID: 3357</a:t>
            </a:r>
          </a:p>
        </p:txBody>
      </p:sp>
      <p:pic>
        <p:nvPicPr>
          <p:cNvPr id="6" name="Imagen 5">
            <a:extLst>
              <a:ext uri="{FF2B5EF4-FFF2-40B4-BE49-F238E27FC236}">
                <a16:creationId xmlns:a16="http://schemas.microsoft.com/office/drawing/2014/main" id="{420BF277-187F-8052-6A4C-C0A2D1538B9E}"/>
              </a:ext>
            </a:extLst>
          </p:cNvPr>
          <p:cNvPicPr>
            <a:picLocks noChangeAspect="1"/>
          </p:cNvPicPr>
          <p:nvPr/>
        </p:nvPicPr>
        <p:blipFill>
          <a:blip r:embed="rId2"/>
          <a:stretch>
            <a:fillRect/>
          </a:stretch>
        </p:blipFill>
        <p:spPr>
          <a:xfrm>
            <a:off x="682822" y="544147"/>
            <a:ext cx="3000794" cy="352474"/>
          </a:xfrm>
          <a:prstGeom prst="rect">
            <a:avLst/>
          </a:prstGeom>
        </p:spPr>
      </p:pic>
      <p:pic>
        <p:nvPicPr>
          <p:cNvPr id="7" name="Imagen 6">
            <a:extLst>
              <a:ext uri="{FF2B5EF4-FFF2-40B4-BE49-F238E27FC236}">
                <a16:creationId xmlns:a16="http://schemas.microsoft.com/office/drawing/2014/main" id="{B5BA0942-9921-77EF-F36C-57265C410357}"/>
              </a:ext>
            </a:extLst>
          </p:cNvPr>
          <p:cNvPicPr>
            <a:picLocks noChangeAspect="1"/>
          </p:cNvPicPr>
          <p:nvPr/>
        </p:nvPicPr>
        <p:blipFill>
          <a:blip r:embed="rId3"/>
          <a:stretch>
            <a:fillRect/>
          </a:stretch>
        </p:blipFill>
        <p:spPr>
          <a:xfrm>
            <a:off x="7773775" y="429831"/>
            <a:ext cx="3934374" cy="466790"/>
          </a:xfrm>
          <a:prstGeom prst="rect">
            <a:avLst/>
          </a:prstGeom>
        </p:spPr>
      </p:pic>
    </p:spTree>
    <p:extLst>
      <p:ext uri="{BB962C8B-B14F-4D97-AF65-F5344CB8AC3E}">
        <p14:creationId xmlns:p14="http://schemas.microsoft.com/office/powerpoint/2010/main" val="118328941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2659FDB4-FCBE-4A89-B46D-43D4FA5446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313"/>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1"/>
              </a:solidFill>
            </a:endParaRPr>
          </a:p>
        </p:txBody>
      </p:sp>
      <p:sp>
        <p:nvSpPr>
          <p:cNvPr id="2" name="Título 1">
            <a:extLst>
              <a:ext uri="{FF2B5EF4-FFF2-40B4-BE49-F238E27FC236}">
                <a16:creationId xmlns:a16="http://schemas.microsoft.com/office/drawing/2014/main" id="{258AF78D-924E-B525-F086-1F3BB5ADDF6B}"/>
              </a:ext>
            </a:extLst>
          </p:cNvPr>
          <p:cNvSpPr>
            <a:spLocks noGrp="1"/>
          </p:cNvSpPr>
          <p:nvPr>
            <p:ph type="title"/>
          </p:nvPr>
        </p:nvSpPr>
        <p:spPr>
          <a:xfrm>
            <a:off x="498645" y="560661"/>
            <a:ext cx="3939688" cy="5583126"/>
          </a:xfrm>
        </p:spPr>
        <p:txBody>
          <a:bodyPr>
            <a:normAutofit/>
          </a:bodyPr>
          <a:lstStyle/>
          <a:p>
            <a:pPr algn="r"/>
            <a:r>
              <a:rPr lang="en-US" sz="5600" dirty="0"/>
              <a:t>Introduction: Equivalence Classes</a:t>
            </a:r>
            <a:endParaRPr lang="es-MX" sz="5600" dirty="0"/>
          </a:p>
        </p:txBody>
      </p:sp>
      <p:cxnSp>
        <p:nvCxnSpPr>
          <p:cNvPr id="11" name="Straight Connector 10">
            <a:extLst>
              <a:ext uri="{FF2B5EF4-FFF2-40B4-BE49-F238E27FC236}">
                <a16:creationId xmlns:a16="http://schemas.microsoft.com/office/drawing/2014/main" id="{C8F51B3F-8331-4E4A-AE96-D47B1006EEA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728053" y="1132114"/>
            <a:ext cx="0" cy="5717573"/>
          </a:xfrm>
          <a:prstGeom prst="line">
            <a:avLst/>
          </a:prstGeom>
          <a:ln w="25400" cap="sq">
            <a:gradFill flip="none" rotWithShape="1">
              <a:gsLst>
                <a:gs pos="0">
                  <a:schemeClr val="accent1"/>
                </a:gs>
                <a:gs pos="100000">
                  <a:schemeClr val="accent2"/>
                </a:gs>
              </a:gsLst>
              <a:lin ang="16200000" scaled="1"/>
              <a:tileRect/>
            </a:gradFill>
            <a:bevel/>
          </a:ln>
        </p:spPr>
        <p:style>
          <a:lnRef idx="1">
            <a:schemeClr val="accent1"/>
          </a:lnRef>
          <a:fillRef idx="0">
            <a:schemeClr val="accent1"/>
          </a:fillRef>
          <a:effectRef idx="0">
            <a:schemeClr val="accent1"/>
          </a:effectRef>
          <a:fontRef idx="minor">
            <a:schemeClr val="tx1"/>
          </a:fontRef>
        </p:style>
      </p:cxnSp>
      <p:graphicFrame>
        <p:nvGraphicFramePr>
          <p:cNvPr id="5" name="Marcador de contenido 2">
            <a:extLst>
              <a:ext uri="{FF2B5EF4-FFF2-40B4-BE49-F238E27FC236}">
                <a16:creationId xmlns:a16="http://schemas.microsoft.com/office/drawing/2014/main" id="{F35A209D-6E84-5CD3-454C-9F3246E8C40D}"/>
              </a:ext>
            </a:extLst>
          </p:cNvPr>
          <p:cNvGraphicFramePr>
            <a:graphicFrameLocks noGrp="1"/>
          </p:cNvGraphicFramePr>
          <p:nvPr>
            <p:ph idx="1"/>
            <p:extLst>
              <p:ext uri="{D42A27DB-BD31-4B8C-83A1-F6EECF244321}">
                <p14:modId xmlns:p14="http://schemas.microsoft.com/office/powerpoint/2010/main" val="4274879185"/>
              </p:ext>
            </p:extLst>
          </p:nvPr>
        </p:nvGraphicFramePr>
        <p:xfrm>
          <a:off x="5047673" y="554440"/>
          <a:ext cx="6245265" cy="558934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60998684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0" name="Rectangle 7">
            <a:extLst>
              <a:ext uri="{FF2B5EF4-FFF2-40B4-BE49-F238E27FC236}">
                <a16:creationId xmlns:a16="http://schemas.microsoft.com/office/drawing/2014/main" id="{F837543A-6020-4505-A233-C9DB4BF740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Shape 9">
            <a:extLst>
              <a:ext uri="{FF2B5EF4-FFF2-40B4-BE49-F238E27FC236}">
                <a16:creationId xmlns:a16="http://schemas.microsoft.com/office/drawing/2014/main" id="{35B16301-FB18-48BA-A6DD-C37CAF6F9A1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08695" y="1"/>
            <a:ext cx="1135066" cy="477997"/>
          </a:xfrm>
          <a:custGeom>
            <a:avLst/>
            <a:gdLst>
              <a:gd name="connsiteX0" fmla="*/ 0 w 1135066"/>
              <a:gd name="connsiteY0" fmla="*/ 0 h 477997"/>
              <a:gd name="connsiteX1" fmla="*/ 1135066 w 1135066"/>
              <a:gd name="connsiteY1" fmla="*/ 0 h 477997"/>
              <a:gd name="connsiteX2" fmla="*/ 1133370 w 1135066"/>
              <a:gd name="connsiteY2" fmla="*/ 16827 h 477997"/>
              <a:gd name="connsiteX3" fmla="*/ 567533 w 1135066"/>
              <a:gd name="connsiteY3" fmla="*/ 477997 h 477997"/>
              <a:gd name="connsiteX4" fmla="*/ 1696 w 1135066"/>
              <a:gd name="connsiteY4" fmla="*/ 16827 h 4779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5066" h="477997">
                <a:moveTo>
                  <a:pt x="0" y="0"/>
                </a:moveTo>
                <a:lnTo>
                  <a:pt x="1135066" y="0"/>
                </a:lnTo>
                <a:lnTo>
                  <a:pt x="1133370" y="16827"/>
                </a:lnTo>
                <a:cubicBezTo>
                  <a:pt x="1079514" y="280016"/>
                  <a:pt x="846644" y="477997"/>
                  <a:pt x="567533" y="477997"/>
                </a:cubicBezTo>
                <a:cubicBezTo>
                  <a:pt x="288422" y="477997"/>
                  <a:pt x="55552" y="280016"/>
                  <a:pt x="1696" y="16827"/>
                </a:cubicBezTo>
                <a:close/>
              </a:path>
            </a:pathLst>
          </a:cu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 name="Marcador de contenido 2">
            <a:extLst>
              <a:ext uri="{FF2B5EF4-FFF2-40B4-BE49-F238E27FC236}">
                <a16:creationId xmlns:a16="http://schemas.microsoft.com/office/drawing/2014/main" id="{713C8D3B-D395-5C58-D6FA-E61F059DD979}"/>
              </a:ext>
            </a:extLst>
          </p:cNvPr>
          <p:cNvSpPr>
            <a:spLocks noGrp="1"/>
          </p:cNvSpPr>
          <p:nvPr>
            <p:ph idx="1"/>
          </p:nvPr>
        </p:nvSpPr>
        <p:spPr>
          <a:xfrm>
            <a:off x="838200" y="1825625"/>
            <a:ext cx="5558489" cy="4351338"/>
          </a:xfrm>
        </p:spPr>
        <p:txBody>
          <a:bodyPr>
            <a:normAutofit/>
          </a:bodyPr>
          <a:lstStyle/>
          <a:p>
            <a:r>
              <a:rPr lang="en-US"/>
              <a:t>It's a test design technique where you group input data into classes or groups that behave the same way. Instead of testing all possible values, you test only one value per group, because all values ​​in the group are equivalent to the expected result.</a:t>
            </a:r>
            <a:endParaRPr lang="es-MX" dirty="0"/>
          </a:p>
        </p:txBody>
      </p:sp>
      <p:sp>
        <p:nvSpPr>
          <p:cNvPr id="32" name="Oval 11">
            <a:extLst>
              <a:ext uri="{FF2B5EF4-FFF2-40B4-BE49-F238E27FC236}">
                <a16:creationId xmlns:a16="http://schemas.microsoft.com/office/drawing/2014/main" id="{C3C0D90E-074A-4F52-9B11-B52BEF4BCBE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21310" y="2624479"/>
            <a:ext cx="812427" cy="812427"/>
          </a:xfrm>
          <a:prstGeom prst="ellipse">
            <a:avLst/>
          </a:prstGeom>
          <a:noFill/>
          <a:ln w="12700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3" name="Block Arc 13">
            <a:extLst>
              <a:ext uri="{FF2B5EF4-FFF2-40B4-BE49-F238E27FC236}">
                <a16:creationId xmlns:a16="http://schemas.microsoft.com/office/drawing/2014/main" id="{CABBD4C1-E6F8-46F6-8152-A8A97490BF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8912417" y="1218531"/>
            <a:ext cx="2387600" cy="2387600"/>
          </a:xfrm>
          <a:prstGeom prst="blockArc">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34" name="Freeform: Shape 15">
            <a:extLst>
              <a:ext uri="{FF2B5EF4-FFF2-40B4-BE49-F238E27FC236}">
                <a16:creationId xmlns:a16="http://schemas.microsoft.com/office/drawing/2014/main" id="{83BA5EF5-1FE9-4BF9-83BB-269BCDDF61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21310" y="0"/>
            <a:ext cx="2315251" cy="1550992"/>
          </a:xfrm>
          <a:custGeom>
            <a:avLst/>
            <a:gdLst>
              <a:gd name="connsiteX0" fmla="*/ 0 w 2315251"/>
              <a:gd name="connsiteY0" fmla="*/ 0 h 1550992"/>
              <a:gd name="connsiteX1" fmla="*/ 138700 w 2315251"/>
              <a:gd name="connsiteY1" fmla="*/ 0 h 1550992"/>
              <a:gd name="connsiteX2" fmla="*/ 138700 w 2315251"/>
              <a:gd name="connsiteY2" fmla="*/ 1361400 h 1550992"/>
              <a:gd name="connsiteX3" fmla="*/ 2107387 w 2315251"/>
              <a:gd name="connsiteY3" fmla="*/ 222673 h 1550992"/>
              <a:gd name="connsiteX4" fmla="*/ 1722420 w 2315251"/>
              <a:gd name="connsiteY4" fmla="*/ 0 h 1550992"/>
              <a:gd name="connsiteX5" fmla="*/ 1999436 w 2315251"/>
              <a:gd name="connsiteY5" fmla="*/ 0 h 1550992"/>
              <a:gd name="connsiteX6" fmla="*/ 2280549 w 2315251"/>
              <a:gd name="connsiteY6" fmla="*/ 162605 h 1550992"/>
              <a:gd name="connsiteX7" fmla="*/ 2305953 w 2315251"/>
              <a:gd name="connsiteY7" fmla="*/ 257336 h 1550992"/>
              <a:gd name="connsiteX8" fmla="*/ 2280549 w 2315251"/>
              <a:gd name="connsiteY8" fmla="*/ 282740 h 1550992"/>
              <a:gd name="connsiteX9" fmla="*/ 104026 w 2315251"/>
              <a:gd name="connsiteY9" fmla="*/ 1541710 h 1550992"/>
              <a:gd name="connsiteX10" fmla="*/ 69351 w 2315251"/>
              <a:gd name="connsiteY10" fmla="*/ 1550992 h 1550992"/>
              <a:gd name="connsiteX11" fmla="*/ 0 w 2315251"/>
              <a:gd name="connsiteY11" fmla="*/ 1481643 h 15509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315251" h="1550992">
                <a:moveTo>
                  <a:pt x="0" y="0"/>
                </a:moveTo>
                <a:lnTo>
                  <a:pt x="138700" y="0"/>
                </a:lnTo>
                <a:lnTo>
                  <a:pt x="138700" y="1361400"/>
                </a:lnTo>
                <a:lnTo>
                  <a:pt x="2107387" y="222673"/>
                </a:lnTo>
                <a:lnTo>
                  <a:pt x="1722420" y="0"/>
                </a:lnTo>
                <a:lnTo>
                  <a:pt x="1999436" y="0"/>
                </a:lnTo>
                <a:lnTo>
                  <a:pt x="2280549" y="162605"/>
                </a:lnTo>
                <a:cubicBezTo>
                  <a:pt x="2313720" y="181745"/>
                  <a:pt x="2325104" y="224155"/>
                  <a:pt x="2305953" y="257336"/>
                </a:cubicBezTo>
                <a:cubicBezTo>
                  <a:pt x="2299872" y="267889"/>
                  <a:pt x="2291101" y="276648"/>
                  <a:pt x="2280549" y="282740"/>
                </a:cubicBezTo>
                <a:lnTo>
                  <a:pt x="104026" y="1541710"/>
                </a:lnTo>
                <a:cubicBezTo>
                  <a:pt x="93484" y="1547802"/>
                  <a:pt x="81523" y="1551003"/>
                  <a:pt x="69351" y="1550992"/>
                </a:cubicBezTo>
                <a:cubicBezTo>
                  <a:pt x="31049" y="1550992"/>
                  <a:pt x="0" y="1519944"/>
                  <a:pt x="0" y="1481643"/>
                </a:cubicBezTo>
                <a:close/>
              </a:path>
            </a:pathLst>
          </a:custGeom>
          <a:solidFill>
            <a:schemeClr val="accent6"/>
          </a:solidFill>
          <a:ln w="9525" cap="flat">
            <a:noFill/>
            <a:prstDash val="solid"/>
            <a:miter/>
          </a:ln>
        </p:spPr>
        <p:txBody>
          <a:bodyPr rtlCol="0" anchor="ctr"/>
          <a:lstStyle/>
          <a:p>
            <a:endParaRPr lang="en-US" dirty="0"/>
          </a:p>
        </p:txBody>
      </p:sp>
      <p:cxnSp>
        <p:nvCxnSpPr>
          <p:cNvPr id="35" name="Straight Connector 17">
            <a:extLst>
              <a:ext uri="{FF2B5EF4-FFF2-40B4-BE49-F238E27FC236}">
                <a16:creationId xmlns:a16="http://schemas.microsoft.com/office/drawing/2014/main" id="{4B3BCACB-5880-460B-9606-8C433A9AF99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1724638" y="1331572"/>
            <a:ext cx="0" cy="1597708"/>
          </a:xfrm>
          <a:prstGeom prst="line">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cxnSp>
      <p:sp>
        <p:nvSpPr>
          <p:cNvPr id="36" name="Freeform: Shape 19">
            <a:extLst>
              <a:ext uri="{FF2B5EF4-FFF2-40B4-BE49-F238E27FC236}">
                <a16:creationId xmlns:a16="http://schemas.microsoft.com/office/drawing/2014/main" id="{88853921-7BC9-4BDE-ACAB-133C683C82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005550" y="4112081"/>
            <a:ext cx="1186451" cy="1771650"/>
          </a:xfrm>
          <a:custGeom>
            <a:avLst/>
            <a:gdLst>
              <a:gd name="connsiteX0" fmla="*/ 61913 w 1186451"/>
              <a:gd name="connsiteY0" fmla="*/ 0 h 1771650"/>
              <a:gd name="connsiteX1" fmla="*/ 1186451 w 1186451"/>
              <a:gd name="connsiteY1" fmla="*/ 0 h 1771650"/>
              <a:gd name="connsiteX2" fmla="*/ 1186451 w 1186451"/>
              <a:gd name="connsiteY2" fmla="*/ 123825 h 1771650"/>
              <a:gd name="connsiteX3" fmla="*/ 123825 w 1186451"/>
              <a:gd name="connsiteY3" fmla="*/ 123825 h 1771650"/>
              <a:gd name="connsiteX4" fmla="*/ 123825 w 1186451"/>
              <a:gd name="connsiteY4" fmla="*/ 1647825 h 1771650"/>
              <a:gd name="connsiteX5" fmla="*/ 1186451 w 1186451"/>
              <a:gd name="connsiteY5" fmla="*/ 1647825 h 1771650"/>
              <a:gd name="connsiteX6" fmla="*/ 1186451 w 1186451"/>
              <a:gd name="connsiteY6" fmla="*/ 1771650 h 1771650"/>
              <a:gd name="connsiteX7" fmla="*/ 61913 w 1186451"/>
              <a:gd name="connsiteY7" fmla="*/ 1771650 h 1771650"/>
              <a:gd name="connsiteX8" fmla="*/ 0 w 1186451"/>
              <a:gd name="connsiteY8" fmla="*/ 1709738 h 1771650"/>
              <a:gd name="connsiteX9" fmla="*/ 0 w 1186451"/>
              <a:gd name="connsiteY9" fmla="*/ 61913 h 1771650"/>
              <a:gd name="connsiteX10" fmla="*/ 61913 w 1186451"/>
              <a:gd name="connsiteY10" fmla="*/ 0 h 1771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6451" h="1771650">
                <a:moveTo>
                  <a:pt x="61913" y="0"/>
                </a:moveTo>
                <a:lnTo>
                  <a:pt x="1186451" y="0"/>
                </a:lnTo>
                <a:lnTo>
                  <a:pt x="1186451" y="123825"/>
                </a:lnTo>
                <a:lnTo>
                  <a:pt x="123825" y="123825"/>
                </a:lnTo>
                <a:lnTo>
                  <a:pt x="123825" y="1647825"/>
                </a:lnTo>
                <a:lnTo>
                  <a:pt x="1186451" y="1647825"/>
                </a:lnTo>
                <a:lnTo>
                  <a:pt x="1186451" y="1771650"/>
                </a:lnTo>
                <a:lnTo>
                  <a:pt x="61913" y="1771650"/>
                </a:lnTo>
                <a:cubicBezTo>
                  <a:pt x="27719" y="1771650"/>
                  <a:pt x="0" y="1743932"/>
                  <a:pt x="0" y="1709738"/>
                </a:cubicBezTo>
                <a:lnTo>
                  <a:pt x="0" y="61913"/>
                </a:lnTo>
                <a:cubicBezTo>
                  <a:pt x="0" y="27719"/>
                  <a:pt x="27719" y="0"/>
                  <a:pt x="61913" y="0"/>
                </a:cubicBezTo>
                <a:close/>
              </a:path>
            </a:pathLst>
          </a:custGeom>
          <a:solidFill>
            <a:schemeClr val="accent6"/>
          </a:solidFill>
          <a:ln w="9525" cap="flat">
            <a:noFill/>
            <a:prstDash val="solid"/>
            <a:miter/>
          </a:ln>
        </p:spPr>
        <p:txBody>
          <a:bodyPr rtlCol="0" anchor="ctr"/>
          <a:lstStyle/>
          <a:p>
            <a:endParaRPr lang="en-US"/>
          </a:p>
        </p:txBody>
      </p:sp>
      <p:sp>
        <p:nvSpPr>
          <p:cNvPr id="37" name="Arc 21">
            <a:extLst>
              <a:ext uri="{FF2B5EF4-FFF2-40B4-BE49-F238E27FC236}">
                <a16:creationId xmlns:a16="http://schemas.microsoft.com/office/drawing/2014/main" id="{09192968-3AE7-4470-A61C-97294BB9273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992895">
            <a:off x="6086940" y="4145122"/>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38" name="Freeform: Shape 23">
            <a:extLst>
              <a:ext uri="{FF2B5EF4-FFF2-40B4-BE49-F238E27FC236}">
                <a16:creationId xmlns:a16="http://schemas.microsoft.com/office/drawing/2014/main" id="{3AB72E55-43E4-4356-BFE8-E2102CB0B5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21310" y="4962670"/>
            <a:ext cx="2643352" cy="1895331"/>
          </a:xfrm>
          <a:custGeom>
            <a:avLst/>
            <a:gdLst>
              <a:gd name="connsiteX0" fmla="*/ 1321676 w 2643352"/>
              <a:gd name="connsiteY0" fmla="*/ 0 h 1895331"/>
              <a:gd name="connsiteX1" fmla="*/ 2643352 w 2643352"/>
              <a:gd name="connsiteY1" fmla="*/ 1321676 h 1895331"/>
              <a:gd name="connsiteX2" fmla="*/ 2539488 w 2643352"/>
              <a:gd name="connsiteY2" fmla="*/ 1836132 h 1895331"/>
              <a:gd name="connsiteX3" fmla="*/ 2510970 w 2643352"/>
              <a:gd name="connsiteY3" fmla="*/ 1895331 h 1895331"/>
              <a:gd name="connsiteX4" fmla="*/ 132382 w 2643352"/>
              <a:gd name="connsiteY4" fmla="*/ 1895331 h 1895331"/>
              <a:gd name="connsiteX5" fmla="*/ 103864 w 2643352"/>
              <a:gd name="connsiteY5" fmla="*/ 1836132 h 1895331"/>
              <a:gd name="connsiteX6" fmla="*/ 0 w 2643352"/>
              <a:gd name="connsiteY6" fmla="*/ 1321676 h 1895331"/>
              <a:gd name="connsiteX7" fmla="*/ 1321676 w 2643352"/>
              <a:gd name="connsiteY7" fmla="*/ 0 h 18953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643352" h="1895331">
                <a:moveTo>
                  <a:pt x="1321676" y="0"/>
                </a:moveTo>
                <a:cubicBezTo>
                  <a:pt x="2051617" y="0"/>
                  <a:pt x="2643352" y="591735"/>
                  <a:pt x="2643352" y="1321676"/>
                </a:cubicBezTo>
                <a:cubicBezTo>
                  <a:pt x="2643352" y="1504161"/>
                  <a:pt x="2606369" y="1678009"/>
                  <a:pt x="2539488" y="1836132"/>
                </a:cubicBezTo>
                <a:lnTo>
                  <a:pt x="2510970" y="1895331"/>
                </a:lnTo>
                <a:lnTo>
                  <a:pt x="132382" y="1895331"/>
                </a:lnTo>
                <a:lnTo>
                  <a:pt x="103864" y="1836132"/>
                </a:lnTo>
                <a:cubicBezTo>
                  <a:pt x="36984" y="1678009"/>
                  <a:pt x="0" y="1504161"/>
                  <a:pt x="0" y="1321676"/>
                </a:cubicBezTo>
                <a:cubicBezTo>
                  <a:pt x="0" y="591735"/>
                  <a:pt x="591735" y="0"/>
                  <a:pt x="1321676" y="0"/>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491019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F0DB1B4-BBD7-78D5-8408-41DB48F8B816}"/>
              </a:ext>
            </a:extLst>
          </p:cNvPr>
          <p:cNvSpPr>
            <a:spLocks noGrp="1"/>
          </p:cNvSpPr>
          <p:nvPr>
            <p:ph type="title"/>
          </p:nvPr>
        </p:nvSpPr>
        <p:spPr/>
        <p:txBody>
          <a:bodyPr/>
          <a:lstStyle/>
          <a:p>
            <a:r>
              <a:rPr lang="es-MX" dirty="0" err="1"/>
              <a:t>Equivalence</a:t>
            </a:r>
            <a:r>
              <a:rPr lang="es-MX" dirty="0"/>
              <a:t> </a:t>
            </a:r>
            <a:r>
              <a:rPr lang="es-MX" dirty="0" err="1"/>
              <a:t>Classes</a:t>
            </a:r>
            <a:endParaRPr lang="es-MX" dirty="0"/>
          </a:p>
        </p:txBody>
      </p:sp>
      <p:pic>
        <p:nvPicPr>
          <p:cNvPr id="5" name="Marcador de contenido 4">
            <a:extLst>
              <a:ext uri="{FF2B5EF4-FFF2-40B4-BE49-F238E27FC236}">
                <a16:creationId xmlns:a16="http://schemas.microsoft.com/office/drawing/2014/main" id="{49EBE781-D3F7-5990-FD92-20316264DF72}"/>
              </a:ext>
            </a:extLst>
          </p:cNvPr>
          <p:cNvPicPr>
            <a:picLocks noGrp="1" noChangeAspect="1"/>
          </p:cNvPicPr>
          <p:nvPr>
            <p:ph idx="1"/>
          </p:nvPr>
        </p:nvPicPr>
        <p:blipFill>
          <a:blip r:embed="rId2"/>
          <a:stretch>
            <a:fillRect/>
          </a:stretch>
        </p:blipFill>
        <p:spPr>
          <a:xfrm>
            <a:off x="952245" y="1825625"/>
            <a:ext cx="10287509" cy="4351338"/>
          </a:xfrm>
          <a:prstGeom prst="rect">
            <a:avLst/>
          </a:prstGeom>
        </p:spPr>
      </p:pic>
    </p:spTree>
    <p:extLst>
      <p:ext uri="{BB962C8B-B14F-4D97-AF65-F5344CB8AC3E}">
        <p14:creationId xmlns:p14="http://schemas.microsoft.com/office/powerpoint/2010/main" val="373969685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33" name="Rectangle 1034">
            <a:extLst>
              <a:ext uri="{FF2B5EF4-FFF2-40B4-BE49-F238E27FC236}">
                <a16:creationId xmlns:a16="http://schemas.microsoft.com/office/drawing/2014/main" id="{D009D6D5-DAC2-4A8B-A17A-E206B9012D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F5836CDB-C61E-7773-48DD-7407F599DC72}"/>
              </a:ext>
            </a:extLst>
          </p:cNvPr>
          <p:cNvSpPr>
            <a:spLocks noGrp="1"/>
          </p:cNvSpPr>
          <p:nvPr>
            <p:ph type="title"/>
          </p:nvPr>
        </p:nvSpPr>
        <p:spPr>
          <a:xfrm>
            <a:off x="843160" y="525992"/>
            <a:ext cx="5251316" cy="1807305"/>
          </a:xfrm>
        </p:spPr>
        <p:txBody>
          <a:bodyPr>
            <a:normAutofit/>
          </a:bodyPr>
          <a:lstStyle/>
          <a:p>
            <a:br>
              <a:rPr lang="es-MX" sz="3100" dirty="0"/>
            </a:br>
            <a:r>
              <a:rPr lang="en-US" sz="3100" dirty="0"/>
              <a:t>Why these classes were selected?</a:t>
            </a:r>
            <a:br>
              <a:rPr lang="es-MX" sz="3100" b="1" dirty="0"/>
            </a:br>
            <a:endParaRPr lang="es-MX" sz="3100" dirty="0"/>
          </a:p>
        </p:txBody>
      </p:sp>
      <p:sp>
        <p:nvSpPr>
          <p:cNvPr id="3" name="Marcador de contenido 2">
            <a:extLst>
              <a:ext uri="{FF2B5EF4-FFF2-40B4-BE49-F238E27FC236}">
                <a16:creationId xmlns:a16="http://schemas.microsoft.com/office/drawing/2014/main" id="{D6809E89-C041-D710-E946-26679F85C988}"/>
              </a:ext>
            </a:extLst>
          </p:cNvPr>
          <p:cNvSpPr>
            <a:spLocks noGrp="1"/>
          </p:cNvSpPr>
          <p:nvPr>
            <p:ph idx="1"/>
          </p:nvPr>
        </p:nvSpPr>
        <p:spPr>
          <a:xfrm>
            <a:off x="838200" y="2333297"/>
            <a:ext cx="4619621" cy="3843666"/>
          </a:xfrm>
        </p:spPr>
        <p:txBody>
          <a:bodyPr>
            <a:normAutofit fontScale="77500" lnSpcReduction="20000"/>
          </a:bodyPr>
          <a:lstStyle/>
          <a:p>
            <a:r>
              <a:rPr lang="en-US" dirty="0"/>
              <a:t>To ensure proper validation of user input in a banking context, where incorrect data formats may lead to security risks, failed transactions, or erroneous account operations.</a:t>
            </a:r>
          </a:p>
          <a:p>
            <a:r>
              <a:rPr lang="en-US" dirty="0"/>
              <a:t> The chosen partitions cover valid ranges, boundary sizes, and invalid categories such as wrong length, wrong format, and unsupported values. </a:t>
            </a:r>
          </a:p>
          <a:p>
            <a:r>
              <a:rPr lang="en-US" dirty="0"/>
              <a:t>This structure enables efficient test coverage while reducing the number of necessary test cases.</a:t>
            </a:r>
            <a:endParaRPr lang="es-MX" sz="1700" dirty="0"/>
          </a:p>
        </p:txBody>
      </p:sp>
      <p:pic>
        <p:nvPicPr>
          <p:cNvPr id="1030" name="Picture 6">
            <a:extLst>
              <a:ext uri="{FF2B5EF4-FFF2-40B4-BE49-F238E27FC236}">
                <a16:creationId xmlns:a16="http://schemas.microsoft.com/office/drawing/2014/main" id="{5C492EDE-1A7A-AF0E-DBB4-34B95D6E4E8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l="25704" r="20171"/>
          <a:stretch>
            <a:fillRect/>
          </a:stretch>
        </p:blipFill>
        <p:spPr bwMode="auto">
          <a:xfrm>
            <a:off x="6229215" y="10"/>
            <a:ext cx="5962785" cy="6857990"/>
          </a:xfrm>
          <a:custGeom>
            <a:avLst/>
            <a:gdLst/>
            <a:ahLst/>
            <a:cxnLst/>
            <a:rect l="l" t="t" r="r" b="b"/>
            <a:pathLst>
              <a:path w="5962785" h="6858000">
                <a:moveTo>
                  <a:pt x="1044839" y="0"/>
                </a:moveTo>
                <a:lnTo>
                  <a:pt x="5962785" y="0"/>
                </a:lnTo>
                <a:lnTo>
                  <a:pt x="5962785" y="6858000"/>
                </a:lnTo>
                <a:lnTo>
                  <a:pt x="1469886" y="6858000"/>
                </a:lnTo>
                <a:lnTo>
                  <a:pt x="1416006" y="6823984"/>
                </a:lnTo>
                <a:cubicBezTo>
                  <a:pt x="1356767" y="6787940"/>
                  <a:pt x="1296437" y="6755500"/>
                  <a:pt x="1232473" y="6733873"/>
                </a:cubicBezTo>
                <a:cubicBezTo>
                  <a:pt x="1145250" y="6705037"/>
                  <a:pt x="1060933" y="6654575"/>
                  <a:pt x="1075471" y="6503186"/>
                </a:cubicBezTo>
                <a:cubicBezTo>
                  <a:pt x="1078378" y="6459932"/>
                  <a:pt x="1055118" y="6427493"/>
                  <a:pt x="1020229" y="6438306"/>
                </a:cubicBezTo>
                <a:cubicBezTo>
                  <a:pt x="953358" y="6459932"/>
                  <a:pt x="921375" y="6398656"/>
                  <a:pt x="883579" y="6351798"/>
                </a:cubicBezTo>
                <a:cubicBezTo>
                  <a:pt x="816707" y="6268895"/>
                  <a:pt x="752743" y="6182387"/>
                  <a:pt x="645167" y="6167969"/>
                </a:cubicBezTo>
                <a:cubicBezTo>
                  <a:pt x="665519" y="6103088"/>
                  <a:pt x="700408" y="6110298"/>
                  <a:pt x="732391" y="6124716"/>
                </a:cubicBezTo>
                <a:cubicBezTo>
                  <a:pt x="816707" y="6160761"/>
                  <a:pt x="901023" y="6200410"/>
                  <a:pt x="985339" y="6236455"/>
                </a:cubicBezTo>
                <a:cubicBezTo>
                  <a:pt x="1040581" y="6258081"/>
                  <a:pt x="1095822" y="6290522"/>
                  <a:pt x="1168509" y="6265291"/>
                </a:cubicBezTo>
                <a:cubicBezTo>
                  <a:pt x="1104545" y="6135530"/>
                  <a:pt x="996969" y="6110298"/>
                  <a:pt x="909746" y="6070649"/>
                </a:cubicBezTo>
                <a:cubicBezTo>
                  <a:pt x="802169" y="6020185"/>
                  <a:pt x="738206" y="5926470"/>
                  <a:pt x="659704" y="5818335"/>
                </a:cubicBezTo>
                <a:cubicBezTo>
                  <a:pt x="738206" y="5789500"/>
                  <a:pt x="787632" y="5868798"/>
                  <a:pt x="851597" y="5865193"/>
                </a:cubicBezTo>
                <a:cubicBezTo>
                  <a:pt x="854504" y="5854380"/>
                  <a:pt x="860319" y="5832753"/>
                  <a:pt x="860319" y="5832753"/>
                </a:cubicBezTo>
                <a:cubicBezTo>
                  <a:pt x="755650" y="5775081"/>
                  <a:pt x="709132" y="5666947"/>
                  <a:pt x="691686" y="5533581"/>
                </a:cubicBezTo>
                <a:cubicBezTo>
                  <a:pt x="685872" y="5465095"/>
                  <a:pt x="648075" y="5443468"/>
                  <a:pt x="610278" y="5411029"/>
                </a:cubicBezTo>
                <a:cubicBezTo>
                  <a:pt x="482350" y="5299289"/>
                  <a:pt x="345700" y="5198364"/>
                  <a:pt x="238123" y="5046976"/>
                </a:cubicBezTo>
                <a:cubicBezTo>
                  <a:pt x="363144" y="5064998"/>
                  <a:pt x="461997" y="5165924"/>
                  <a:pt x="592833" y="5209177"/>
                </a:cubicBezTo>
                <a:cubicBezTo>
                  <a:pt x="488165" y="5043371"/>
                  <a:pt x="351514" y="4956864"/>
                  <a:pt x="226494" y="4855939"/>
                </a:cubicBezTo>
                <a:cubicBezTo>
                  <a:pt x="168344" y="4809081"/>
                  <a:pt x="116011" y="4751408"/>
                  <a:pt x="49139" y="4726177"/>
                </a:cubicBezTo>
                <a:cubicBezTo>
                  <a:pt x="25879" y="4718968"/>
                  <a:pt x="-14825" y="4700947"/>
                  <a:pt x="5527" y="4650483"/>
                </a:cubicBezTo>
                <a:cubicBezTo>
                  <a:pt x="22972" y="4607230"/>
                  <a:pt x="54954" y="4621648"/>
                  <a:pt x="84029" y="4632460"/>
                </a:cubicBezTo>
                <a:cubicBezTo>
                  <a:pt x="153807" y="4661296"/>
                  <a:pt x="229401" y="4661296"/>
                  <a:pt x="325347" y="4661296"/>
                </a:cubicBezTo>
                <a:cubicBezTo>
                  <a:pt x="243939" y="4524326"/>
                  <a:pt x="95658" y="4567580"/>
                  <a:pt x="25879" y="4423401"/>
                </a:cubicBezTo>
                <a:cubicBezTo>
                  <a:pt x="113103" y="4398170"/>
                  <a:pt x="179975" y="4448632"/>
                  <a:pt x="249753" y="4459446"/>
                </a:cubicBezTo>
                <a:cubicBezTo>
                  <a:pt x="313718" y="4470259"/>
                  <a:pt x="328254" y="4445028"/>
                  <a:pt x="313718" y="4365729"/>
                </a:cubicBezTo>
                <a:cubicBezTo>
                  <a:pt x="290458" y="4243177"/>
                  <a:pt x="325347" y="4181900"/>
                  <a:pt x="418386" y="4214341"/>
                </a:cubicBezTo>
                <a:cubicBezTo>
                  <a:pt x="505609" y="4246781"/>
                  <a:pt x="514332" y="4199922"/>
                  <a:pt x="491072" y="4131438"/>
                </a:cubicBezTo>
                <a:cubicBezTo>
                  <a:pt x="456183" y="4030512"/>
                  <a:pt x="493979" y="3951214"/>
                  <a:pt x="520147" y="3864706"/>
                </a:cubicBezTo>
                <a:cubicBezTo>
                  <a:pt x="560851" y="3734945"/>
                  <a:pt x="543407" y="3670064"/>
                  <a:pt x="459090" y="3572743"/>
                </a:cubicBezTo>
                <a:cubicBezTo>
                  <a:pt x="409664" y="3518676"/>
                  <a:pt x="360236" y="3471818"/>
                  <a:pt x="290458" y="3424959"/>
                </a:cubicBezTo>
                <a:cubicBezTo>
                  <a:pt x="450368" y="3399728"/>
                  <a:pt x="284643" y="3313221"/>
                  <a:pt x="339884" y="3259153"/>
                </a:cubicBezTo>
                <a:cubicBezTo>
                  <a:pt x="453275" y="3237527"/>
                  <a:pt x="543407" y="3410542"/>
                  <a:pt x="697501" y="3360078"/>
                </a:cubicBezTo>
                <a:cubicBezTo>
                  <a:pt x="511425" y="3212294"/>
                  <a:pt x="302087" y="3165436"/>
                  <a:pt x="165437" y="2967190"/>
                </a:cubicBezTo>
                <a:cubicBezTo>
                  <a:pt x="197419" y="2923937"/>
                  <a:pt x="229401" y="2967190"/>
                  <a:pt x="255568" y="2949167"/>
                </a:cubicBezTo>
                <a:cubicBezTo>
                  <a:pt x="255568" y="2938354"/>
                  <a:pt x="560851" y="3006840"/>
                  <a:pt x="578296" y="2725691"/>
                </a:cubicBezTo>
                <a:cubicBezTo>
                  <a:pt x="584111" y="2725691"/>
                  <a:pt x="589926" y="2725691"/>
                  <a:pt x="595740" y="2714876"/>
                </a:cubicBezTo>
                <a:cubicBezTo>
                  <a:pt x="627722" y="2675228"/>
                  <a:pt x="598648" y="2581510"/>
                  <a:pt x="650982" y="2574301"/>
                </a:cubicBezTo>
                <a:cubicBezTo>
                  <a:pt x="709132" y="2567092"/>
                  <a:pt x="764373" y="2534653"/>
                  <a:pt x="825429" y="2552674"/>
                </a:cubicBezTo>
                <a:cubicBezTo>
                  <a:pt x="871949" y="2567092"/>
                  <a:pt x="921375" y="2585115"/>
                  <a:pt x="970802" y="2585115"/>
                </a:cubicBezTo>
                <a:cubicBezTo>
                  <a:pt x="1023136" y="2585115"/>
                  <a:pt x="1095822" y="2707668"/>
                  <a:pt x="1127805" y="2545465"/>
                </a:cubicBezTo>
                <a:cubicBezTo>
                  <a:pt x="1127805" y="2538257"/>
                  <a:pt x="1217936" y="2556280"/>
                  <a:pt x="1267362" y="2563488"/>
                </a:cubicBezTo>
                <a:cubicBezTo>
                  <a:pt x="1308067" y="2570698"/>
                  <a:pt x="1357494" y="2603137"/>
                  <a:pt x="1386568" y="2538257"/>
                </a:cubicBezTo>
                <a:cubicBezTo>
                  <a:pt x="1401105" y="2498607"/>
                  <a:pt x="1331326" y="2426518"/>
                  <a:pt x="1270270" y="2419309"/>
                </a:cubicBezTo>
                <a:cubicBezTo>
                  <a:pt x="1215029" y="2412101"/>
                  <a:pt x="1159787" y="2404892"/>
                  <a:pt x="1107453" y="2419309"/>
                </a:cubicBezTo>
                <a:cubicBezTo>
                  <a:pt x="1043489" y="2437331"/>
                  <a:pt x="1008599" y="2408495"/>
                  <a:pt x="991154" y="2343615"/>
                </a:cubicBezTo>
                <a:cubicBezTo>
                  <a:pt x="970802" y="2275131"/>
                  <a:pt x="933005" y="2239085"/>
                  <a:pt x="880671" y="2206645"/>
                </a:cubicBezTo>
                <a:cubicBezTo>
                  <a:pt x="752743" y="2127346"/>
                  <a:pt x="630630" y="2033629"/>
                  <a:pt x="491072" y="1986771"/>
                </a:cubicBezTo>
                <a:cubicBezTo>
                  <a:pt x="464905" y="1979562"/>
                  <a:pt x="432923" y="1965145"/>
                  <a:pt x="421293" y="1903868"/>
                </a:cubicBezTo>
                <a:cubicBezTo>
                  <a:pt x="799262" y="1997584"/>
                  <a:pt x="1142342" y="2239085"/>
                  <a:pt x="1531941" y="2224667"/>
                </a:cubicBezTo>
                <a:cubicBezTo>
                  <a:pt x="1427272" y="2148974"/>
                  <a:pt x="1302252" y="2145369"/>
                  <a:pt x="1188861" y="2091301"/>
                </a:cubicBezTo>
                <a:cubicBezTo>
                  <a:pt x="1270270" y="2051652"/>
                  <a:pt x="1345864" y="2094906"/>
                  <a:pt x="1421458" y="2116532"/>
                </a:cubicBezTo>
                <a:cubicBezTo>
                  <a:pt x="1485422" y="2134554"/>
                  <a:pt x="1543571" y="2138160"/>
                  <a:pt x="1549386" y="2026420"/>
                </a:cubicBezTo>
                <a:cubicBezTo>
                  <a:pt x="1549386" y="2015607"/>
                  <a:pt x="1549386" y="2008398"/>
                  <a:pt x="1549386" y="1997584"/>
                </a:cubicBezTo>
                <a:cubicBezTo>
                  <a:pt x="1526126" y="1950727"/>
                  <a:pt x="1494144" y="1929099"/>
                  <a:pt x="1453440" y="1914682"/>
                </a:cubicBezTo>
                <a:cubicBezTo>
                  <a:pt x="1430180" y="1907473"/>
                  <a:pt x="1398198" y="1893056"/>
                  <a:pt x="1398198" y="1860614"/>
                </a:cubicBezTo>
                <a:cubicBezTo>
                  <a:pt x="1401105" y="1738063"/>
                  <a:pt x="1322604" y="1702018"/>
                  <a:pt x="1247011" y="1665972"/>
                </a:cubicBezTo>
                <a:cubicBezTo>
                  <a:pt x="1287715" y="1604696"/>
                  <a:pt x="1322604" y="1647950"/>
                  <a:pt x="1354586" y="1644345"/>
                </a:cubicBezTo>
                <a:cubicBezTo>
                  <a:pt x="1374939" y="1640741"/>
                  <a:pt x="1395290" y="1637138"/>
                  <a:pt x="1395290" y="1604696"/>
                </a:cubicBezTo>
                <a:cubicBezTo>
                  <a:pt x="1395290" y="1579465"/>
                  <a:pt x="1386568" y="1547025"/>
                  <a:pt x="1366216" y="1547025"/>
                </a:cubicBezTo>
                <a:cubicBezTo>
                  <a:pt x="1238288" y="1543420"/>
                  <a:pt x="1165601" y="1370405"/>
                  <a:pt x="1031858" y="1370405"/>
                </a:cubicBezTo>
                <a:cubicBezTo>
                  <a:pt x="950450" y="1370405"/>
                  <a:pt x="1072563" y="1273083"/>
                  <a:pt x="1005692" y="1233435"/>
                </a:cubicBezTo>
                <a:cubicBezTo>
                  <a:pt x="991154" y="1222621"/>
                  <a:pt x="1046396" y="1208203"/>
                  <a:pt x="1069655" y="1211808"/>
                </a:cubicBezTo>
                <a:cubicBezTo>
                  <a:pt x="1092915" y="1215412"/>
                  <a:pt x="1113268" y="1240644"/>
                  <a:pt x="1142342" y="1222621"/>
                </a:cubicBezTo>
                <a:cubicBezTo>
                  <a:pt x="1156879" y="1157741"/>
                  <a:pt x="1119082" y="1132510"/>
                  <a:pt x="1084193" y="1114487"/>
                </a:cubicBezTo>
                <a:cubicBezTo>
                  <a:pt x="1008599" y="1071234"/>
                  <a:pt x="933005" y="1020771"/>
                  <a:pt x="848689" y="1006353"/>
                </a:cubicBezTo>
                <a:cubicBezTo>
                  <a:pt x="819615" y="1002748"/>
                  <a:pt x="802169" y="984726"/>
                  <a:pt x="805077" y="948681"/>
                </a:cubicBezTo>
                <a:cubicBezTo>
                  <a:pt x="810892" y="901822"/>
                  <a:pt x="839967" y="916240"/>
                  <a:pt x="863226" y="919844"/>
                </a:cubicBezTo>
                <a:cubicBezTo>
                  <a:pt x="877764" y="923450"/>
                  <a:pt x="892301" y="934263"/>
                  <a:pt x="906838" y="909031"/>
                </a:cubicBezTo>
                <a:cubicBezTo>
                  <a:pt x="566666" y="653113"/>
                  <a:pt x="386404" y="667532"/>
                  <a:pt x="5527" y="458471"/>
                </a:cubicBezTo>
                <a:cubicBezTo>
                  <a:pt x="89843" y="418822"/>
                  <a:pt x="150900" y="447658"/>
                  <a:pt x="209049" y="454867"/>
                </a:cubicBezTo>
                <a:cubicBezTo>
                  <a:pt x="354422" y="472890"/>
                  <a:pt x="264290" y="505329"/>
                  <a:pt x="409664" y="526956"/>
                </a:cubicBezTo>
                <a:cubicBezTo>
                  <a:pt x="479443" y="537770"/>
                  <a:pt x="543407" y="573815"/>
                  <a:pt x="621908" y="516143"/>
                </a:cubicBezTo>
                <a:cubicBezTo>
                  <a:pt x="674242" y="476494"/>
                  <a:pt x="758558" y="519747"/>
                  <a:pt x="822522" y="552188"/>
                </a:cubicBezTo>
                <a:cubicBezTo>
                  <a:pt x="874856" y="581024"/>
                  <a:pt x="927190" y="588232"/>
                  <a:pt x="996969" y="552188"/>
                </a:cubicBezTo>
                <a:cubicBezTo>
                  <a:pt x="933005" y="530562"/>
                  <a:pt x="883579" y="512539"/>
                  <a:pt x="834151" y="498120"/>
                </a:cubicBezTo>
                <a:cubicBezTo>
                  <a:pt x="793447" y="487307"/>
                  <a:pt x="770187" y="462076"/>
                  <a:pt x="773095" y="408008"/>
                </a:cubicBezTo>
                <a:cubicBezTo>
                  <a:pt x="773095" y="379172"/>
                  <a:pt x="764373" y="339523"/>
                  <a:pt x="793447" y="325106"/>
                </a:cubicBezTo>
                <a:cubicBezTo>
                  <a:pt x="816707" y="310688"/>
                  <a:pt x="848689" y="325106"/>
                  <a:pt x="860319" y="350336"/>
                </a:cubicBezTo>
                <a:cubicBezTo>
                  <a:pt x="874856" y="397195"/>
                  <a:pt x="889393" y="440449"/>
                  <a:pt x="938820" y="444054"/>
                </a:cubicBezTo>
                <a:cubicBezTo>
                  <a:pt x="1005692" y="451262"/>
                  <a:pt x="967894" y="422426"/>
                  <a:pt x="956265" y="386381"/>
                </a:cubicBezTo>
                <a:cubicBezTo>
                  <a:pt x="944635" y="346733"/>
                  <a:pt x="979525" y="335919"/>
                  <a:pt x="1002784" y="343127"/>
                </a:cubicBezTo>
                <a:cubicBezTo>
                  <a:pt x="1090008" y="375569"/>
                  <a:pt x="1180139" y="317897"/>
                  <a:pt x="1270270" y="364755"/>
                </a:cubicBezTo>
                <a:cubicBezTo>
                  <a:pt x="1247011" y="249411"/>
                  <a:pt x="1197583" y="198949"/>
                  <a:pt x="1092915" y="180926"/>
                </a:cubicBezTo>
                <a:cubicBezTo>
                  <a:pt x="1055118" y="177322"/>
                  <a:pt x="1014414" y="184530"/>
                  <a:pt x="979525" y="152090"/>
                </a:cubicBezTo>
                <a:cubicBezTo>
                  <a:pt x="959172" y="134068"/>
                  <a:pt x="938820" y="112441"/>
                  <a:pt x="953358" y="76396"/>
                </a:cubicBezTo>
                <a:cubicBezTo>
                  <a:pt x="962080" y="51165"/>
                  <a:pt x="985339" y="51165"/>
                  <a:pt x="1005692" y="58373"/>
                </a:cubicBezTo>
                <a:cubicBezTo>
                  <a:pt x="1090008" y="98023"/>
                  <a:pt x="1180139" y="108837"/>
                  <a:pt x="1267362" y="123254"/>
                </a:cubicBezTo>
                <a:cubicBezTo>
                  <a:pt x="1281900" y="126859"/>
                  <a:pt x="1296437" y="134068"/>
                  <a:pt x="1310975" y="98023"/>
                </a:cubicBezTo>
                <a:cubicBezTo>
                  <a:pt x="1260095" y="81803"/>
                  <a:pt x="1209941" y="62879"/>
                  <a:pt x="1159787" y="43505"/>
                </a:cubicBezTo>
                <a:close/>
              </a:path>
            </a:pathLst>
          </a:cu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2742820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6FA7736-82F8-59EE-4632-99E66F74C292}"/>
              </a:ext>
            </a:extLst>
          </p:cNvPr>
          <p:cNvSpPr>
            <a:spLocks noGrp="1"/>
          </p:cNvSpPr>
          <p:nvPr>
            <p:ph type="title"/>
          </p:nvPr>
        </p:nvSpPr>
        <p:spPr/>
        <p:txBody>
          <a:bodyPr/>
          <a:lstStyle/>
          <a:p>
            <a:r>
              <a:rPr lang="es-MX" dirty="0" err="1"/>
              <a:t>Costs</a:t>
            </a:r>
            <a:endParaRPr lang="es-MX" dirty="0"/>
          </a:p>
        </p:txBody>
      </p:sp>
      <p:pic>
        <p:nvPicPr>
          <p:cNvPr id="5" name="Marcador de contenido 4">
            <a:extLst>
              <a:ext uri="{FF2B5EF4-FFF2-40B4-BE49-F238E27FC236}">
                <a16:creationId xmlns:a16="http://schemas.microsoft.com/office/drawing/2014/main" id="{E070E0C1-B727-75F7-AD7D-2F9E8D257D7C}"/>
              </a:ext>
            </a:extLst>
          </p:cNvPr>
          <p:cNvPicPr>
            <a:picLocks noGrp="1" noChangeAspect="1"/>
          </p:cNvPicPr>
          <p:nvPr>
            <p:ph idx="1"/>
          </p:nvPr>
        </p:nvPicPr>
        <p:blipFill>
          <a:blip r:embed="rId2"/>
          <a:stretch>
            <a:fillRect/>
          </a:stretch>
        </p:blipFill>
        <p:spPr>
          <a:xfrm>
            <a:off x="2987899" y="510139"/>
            <a:ext cx="6136850" cy="5740836"/>
          </a:xfrm>
          <a:prstGeom prst="rect">
            <a:avLst/>
          </a:prstGeom>
        </p:spPr>
      </p:pic>
    </p:spTree>
    <p:extLst>
      <p:ext uri="{BB962C8B-B14F-4D97-AF65-F5344CB8AC3E}">
        <p14:creationId xmlns:p14="http://schemas.microsoft.com/office/powerpoint/2010/main" val="199021513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3677BAFB-3BD3-41BB-9107-FAE224AE21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Oval 10">
            <a:extLst>
              <a:ext uri="{FF2B5EF4-FFF2-40B4-BE49-F238E27FC236}">
                <a16:creationId xmlns:a16="http://schemas.microsoft.com/office/drawing/2014/main" id="{E6823A9B-C188-42D4-847C-3AD928DB14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42784" y="253140"/>
            <a:ext cx="6184555" cy="6184555"/>
          </a:xfrm>
          <a:prstGeom prst="ellipse">
            <a:avLst/>
          </a:pr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Oval 12">
            <a:extLst>
              <a:ext uri="{FF2B5EF4-FFF2-40B4-BE49-F238E27FC236}">
                <a16:creationId xmlns:a16="http://schemas.microsoft.com/office/drawing/2014/main" id="{34B557F3-1A0C-4749-A6DB-EAC082DF39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24848" y="253140"/>
            <a:ext cx="6184555" cy="6184555"/>
          </a:xfrm>
          <a:prstGeom prst="ellipse">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3"/>
              </a:solidFill>
            </a:endParaRPr>
          </a:p>
        </p:txBody>
      </p:sp>
      <p:sp>
        <p:nvSpPr>
          <p:cNvPr id="15" name="Oval 14">
            <a:extLst>
              <a:ext uri="{FF2B5EF4-FFF2-40B4-BE49-F238E27FC236}">
                <a16:creationId xmlns:a16="http://schemas.microsoft.com/office/drawing/2014/main" id="{55D55AA6-3751-494F-868A-DCEDC5CE82B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03723" y="136525"/>
            <a:ext cx="6184555" cy="6184555"/>
          </a:xfrm>
          <a:prstGeom prst="ellipse">
            <a:avLst/>
          </a:prstGeom>
          <a:solidFill>
            <a:schemeClr val="tx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Título 3">
            <a:extLst>
              <a:ext uri="{FF2B5EF4-FFF2-40B4-BE49-F238E27FC236}">
                <a16:creationId xmlns:a16="http://schemas.microsoft.com/office/drawing/2014/main" id="{FBF8158A-2207-8CCD-D223-72441A2D4978}"/>
              </a:ext>
            </a:extLst>
          </p:cNvPr>
          <p:cNvSpPr>
            <a:spLocks noGrp="1"/>
          </p:cNvSpPr>
          <p:nvPr>
            <p:ph type="title"/>
          </p:nvPr>
        </p:nvSpPr>
        <p:spPr>
          <a:xfrm>
            <a:off x="3581400" y="965580"/>
            <a:ext cx="5204489" cy="3160593"/>
          </a:xfrm>
        </p:spPr>
        <p:txBody>
          <a:bodyPr vert="horz" lIns="91440" tIns="45720" rIns="91440" bIns="45720" rtlCol="0" anchor="b">
            <a:normAutofit/>
          </a:bodyPr>
          <a:lstStyle/>
          <a:p>
            <a:pPr algn="ctr"/>
            <a:r>
              <a:rPr lang="en-US" sz="5400" kern="1200" dirty="0" err="1">
                <a:solidFill>
                  <a:schemeClr val="bg1"/>
                </a:solidFill>
                <a:latin typeface="+mj-lt"/>
                <a:ea typeface="+mj-ea"/>
                <a:cs typeface="+mj-cs"/>
              </a:rPr>
              <a:t>Thank’s</a:t>
            </a:r>
            <a:r>
              <a:rPr lang="en-US" sz="5400" kern="1200" dirty="0">
                <a:solidFill>
                  <a:schemeClr val="bg1"/>
                </a:solidFill>
                <a:latin typeface="+mj-lt"/>
                <a:ea typeface="+mj-ea"/>
                <a:cs typeface="+mj-cs"/>
              </a:rPr>
              <a:t> a lot</a:t>
            </a:r>
          </a:p>
        </p:txBody>
      </p:sp>
      <p:sp>
        <p:nvSpPr>
          <p:cNvPr id="17" name="Graphic 212">
            <a:extLst>
              <a:ext uri="{FF2B5EF4-FFF2-40B4-BE49-F238E27FC236}">
                <a16:creationId xmlns:a16="http://schemas.microsoft.com/office/drawing/2014/main" id="{4D4C00DC-4DC6-4CD2-9E31-F17E6CEBC5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56275" y="975977"/>
            <a:ext cx="413564" cy="413564"/>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solidFill>
                <a:schemeClr val="lt1"/>
              </a:solidFill>
            </a:endParaRPr>
          </a:p>
        </p:txBody>
      </p:sp>
      <p:sp>
        <p:nvSpPr>
          <p:cNvPr id="19" name="Graphic 212">
            <a:extLst>
              <a:ext uri="{FF2B5EF4-FFF2-40B4-BE49-F238E27FC236}">
                <a16:creationId xmlns:a16="http://schemas.microsoft.com/office/drawing/2014/main" id="{D82AB1B2-7970-42CF-8BF5-567C69E9FF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56275" y="975977"/>
            <a:ext cx="413564" cy="413564"/>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solidFill>
                <a:schemeClr val="lt1"/>
              </a:solidFill>
            </a:endParaRPr>
          </a:p>
        </p:txBody>
      </p:sp>
      <p:grpSp>
        <p:nvGrpSpPr>
          <p:cNvPr id="21" name="Graphic 190">
            <a:extLst>
              <a:ext uri="{FF2B5EF4-FFF2-40B4-BE49-F238E27FC236}">
                <a16:creationId xmlns:a16="http://schemas.microsoft.com/office/drawing/2014/main" id="{66FB5A75-BDE2-4F12-A95B-C48788A7685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80947" y="1755501"/>
            <a:ext cx="1598829" cy="531293"/>
            <a:chOff x="2504802" y="1755501"/>
            <a:chExt cx="1598829" cy="531293"/>
          </a:xfrm>
          <a:solidFill>
            <a:schemeClr val="bg1"/>
          </a:solidFill>
        </p:grpSpPr>
        <p:sp>
          <p:nvSpPr>
            <p:cNvPr id="22" name="Freeform: Shape 21">
              <a:extLst>
                <a:ext uri="{FF2B5EF4-FFF2-40B4-BE49-F238E27FC236}">
                  <a16:creationId xmlns:a16="http://schemas.microsoft.com/office/drawing/2014/main" id="{DC86CBC8-A814-4C0C-A287-7C549693D2E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4802" y="2113855"/>
              <a:ext cx="1598614" cy="172939"/>
            </a:xfrm>
            <a:custGeom>
              <a:avLst/>
              <a:gdLst>
                <a:gd name="connsiteX0" fmla="*/ 1248648 w 1598614"/>
                <a:gd name="connsiteY0" fmla="*/ 172939 h 172939"/>
                <a:gd name="connsiteX1" fmla="*/ 1123031 w 1598614"/>
                <a:gd name="connsiteY1" fmla="*/ 92708 h 172939"/>
                <a:gd name="connsiteX2" fmla="*/ 1024085 w 1598614"/>
                <a:gd name="connsiteY2" fmla="*/ 29469 h 172939"/>
                <a:gd name="connsiteX3" fmla="*/ 925140 w 1598614"/>
                <a:gd name="connsiteY3" fmla="*/ 92708 h 172939"/>
                <a:gd name="connsiteX4" fmla="*/ 799522 w 1598614"/>
                <a:gd name="connsiteY4" fmla="*/ 172939 h 172939"/>
                <a:gd name="connsiteX5" fmla="*/ 799522 w 1598614"/>
                <a:gd name="connsiteY5" fmla="*/ 172939 h 172939"/>
                <a:gd name="connsiteX6" fmla="*/ 673905 w 1598614"/>
                <a:gd name="connsiteY6" fmla="*/ 92708 h 172939"/>
                <a:gd name="connsiteX7" fmla="*/ 574959 w 1598614"/>
                <a:gd name="connsiteY7" fmla="*/ 29469 h 172939"/>
                <a:gd name="connsiteX8" fmla="*/ 476014 w 1598614"/>
                <a:gd name="connsiteY8" fmla="*/ 92708 h 172939"/>
                <a:gd name="connsiteX9" fmla="*/ 350396 w 1598614"/>
                <a:gd name="connsiteY9" fmla="*/ 172939 h 172939"/>
                <a:gd name="connsiteX10" fmla="*/ 224778 w 1598614"/>
                <a:gd name="connsiteY10" fmla="*/ 92708 h 172939"/>
                <a:gd name="connsiteX11" fmla="*/ 125833 w 1598614"/>
                <a:gd name="connsiteY11" fmla="*/ 29469 h 172939"/>
                <a:gd name="connsiteX12" fmla="*/ 26887 w 1598614"/>
                <a:gd name="connsiteY12" fmla="*/ 92708 h 172939"/>
                <a:gd name="connsiteX13" fmla="*/ 0 w 1598614"/>
                <a:gd name="connsiteY13" fmla="*/ 80232 h 172939"/>
                <a:gd name="connsiteX14" fmla="*/ 125618 w 1598614"/>
                <a:gd name="connsiteY14" fmla="*/ 0 h 172939"/>
                <a:gd name="connsiteX15" fmla="*/ 251235 w 1598614"/>
                <a:gd name="connsiteY15" fmla="*/ 80232 h 172939"/>
                <a:gd name="connsiteX16" fmla="*/ 350181 w 1598614"/>
                <a:gd name="connsiteY16" fmla="*/ 143471 h 172939"/>
                <a:gd name="connsiteX17" fmla="*/ 449126 w 1598614"/>
                <a:gd name="connsiteY17" fmla="*/ 80232 h 172939"/>
                <a:gd name="connsiteX18" fmla="*/ 574744 w 1598614"/>
                <a:gd name="connsiteY18" fmla="*/ 0 h 172939"/>
                <a:gd name="connsiteX19" fmla="*/ 700362 w 1598614"/>
                <a:gd name="connsiteY19" fmla="*/ 80232 h 172939"/>
                <a:gd name="connsiteX20" fmla="*/ 799307 w 1598614"/>
                <a:gd name="connsiteY20" fmla="*/ 143471 h 172939"/>
                <a:gd name="connsiteX21" fmla="*/ 799307 w 1598614"/>
                <a:gd name="connsiteY21" fmla="*/ 143471 h 172939"/>
                <a:gd name="connsiteX22" fmla="*/ 898253 w 1598614"/>
                <a:gd name="connsiteY22" fmla="*/ 80232 h 172939"/>
                <a:gd name="connsiteX23" fmla="*/ 1023870 w 1598614"/>
                <a:gd name="connsiteY23" fmla="*/ 0 h 172939"/>
                <a:gd name="connsiteX24" fmla="*/ 1149488 w 1598614"/>
                <a:gd name="connsiteY24" fmla="*/ 80232 h 172939"/>
                <a:gd name="connsiteX25" fmla="*/ 1248433 w 1598614"/>
                <a:gd name="connsiteY25" fmla="*/ 143471 h 172939"/>
                <a:gd name="connsiteX26" fmla="*/ 1347379 w 1598614"/>
                <a:gd name="connsiteY26" fmla="*/ 80232 h 172939"/>
                <a:gd name="connsiteX27" fmla="*/ 1472997 w 1598614"/>
                <a:gd name="connsiteY27" fmla="*/ 0 h 172939"/>
                <a:gd name="connsiteX28" fmla="*/ 1598614 w 1598614"/>
                <a:gd name="connsiteY28" fmla="*/ 80232 h 172939"/>
                <a:gd name="connsiteX29" fmla="*/ 1571942 w 1598614"/>
                <a:gd name="connsiteY29" fmla="*/ 92708 h 172939"/>
                <a:gd name="connsiteX30" fmla="*/ 1472997 w 1598614"/>
                <a:gd name="connsiteY30" fmla="*/ 29469 h 172939"/>
                <a:gd name="connsiteX31" fmla="*/ 1374051 w 1598614"/>
                <a:gd name="connsiteY31" fmla="*/ 92708 h 172939"/>
                <a:gd name="connsiteX32" fmla="*/ 1248648 w 1598614"/>
                <a:gd name="connsiteY32" fmla="*/ 172939 h 1729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614" h="172939">
                  <a:moveTo>
                    <a:pt x="1248648" y="172939"/>
                  </a:moveTo>
                  <a:cubicBezTo>
                    <a:pt x="1194229" y="172939"/>
                    <a:pt x="1146046" y="142180"/>
                    <a:pt x="1123031" y="92708"/>
                  </a:cubicBezTo>
                  <a:cubicBezTo>
                    <a:pt x="1104962" y="53775"/>
                    <a:pt x="1067105" y="29469"/>
                    <a:pt x="1024085" y="29469"/>
                  </a:cubicBezTo>
                  <a:cubicBezTo>
                    <a:pt x="981066" y="29469"/>
                    <a:pt x="943208" y="53775"/>
                    <a:pt x="925140" y="92708"/>
                  </a:cubicBezTo>
                  <a:cubicBezTo>
                    <a:pt x="902124" y="142180"/>
                    <a:pt x="853942" y="172939"/>
                    <a:pt x="799522" y="172939"/>
                  </a:cubicBezTo>
                  <a:cubicBezTo>
                    <a:pt x="799522" y="172939"/>
                    <a:pt x="799522" y="172939"/>
                    <a:pt x="799522" y="172939"/>
                  </a:cubicBezTo>
                  <a:cubicBezTo>
                    <a:pt x="744887" y="172939"/>
                    <a:pt x="696920" y="142180"/>
                    <a:pt x="673905" y="92708"/>
                  </a:cubicBezTo>
                  <a:cubicBezTo>
                    <a:pt x="655836" y="53775"/>
                    <a:pt x="617979" y="29469"/>
                    <a:pt x="574959" y="29469"/>
                  </a:cubicBezTo>
                  <a:cubicBezTo>
                    <a:pt x="531939" y="29469"/>
                    <a:pt x="494082" y="53775"/>
                    <a:pt x="476014" y="92708"/>
                  </a:cubicBezTo>
                  <a:cubicBezTo>
                    <a:pt x="452998" y="142180"/>
                    <a:pt x="405031" y="172939"/>
                    <a:pt x="350396" y="172939"/>
                  </a:cubicBezTo>
                  <a:cubicBezTo>
                    <a:pt x="295976" y="172939"/>
                    <a:pt x="247794" y="142180"/>
                    <a:pt x="224778" y="92708"/>
                  </a:cubicBezTo>
                  <a:cubicBezTo>
                    <a:pt x="206710" y="53775"/>
                    <a:pt x="168853" y="29469"/>
                    <a:pt x="125833" y="29469"/>
                  </a:cubicBezTo>
                  <a:cubicBezTo>
                    <a:pt x="82813" y="29469"/>
                    <a:pt x="44956" y="53775"/>
                    <a:pt x="26887" y="92708"/>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268" y="30759"/>
                    <a:pt x="969235" y="0"/>
                    <a:pt x="1023870" y="0"/>
                  </a:cubicBezTo>
                  <a:cubicBezTo>
                    <a:pt x="1078505" y="0"/>
                    <a:pt x="1126472" y="30759"/>
                    <a:pt x="1149488" y="80232"/>
                  </a:cubicBezTo>
                  <a:cubicBezTo>
                    <a:pt x="1167556" y="119165"/>
                    <a:pt x="1205414" y="143471"/>
                    <a:pt x="1248433" y="143471"/>
                  </a:cubicBezTo>
                  <a:cubicBezTo>
                    <a:pt x="1291453" y="143471"/>
                    <a:pt x="1329311" y="119165"/>
                    <a:pt x="1347379" y="80232"/>
                  </a:cubicBezTo>
                  <a:cubicBezTo>
                    <a:pt x="1370394" y="30759"/>
                    <a:pt x="1418361" y="0"/>
                    <a:pt x="1472997" y="0"/>
                  </a:cubicBezTo>
                  <a:cubicBezTo>
                    <a:pt x="1527632" y="0"/>
                    <a:pt x="1575814" y="30759"/>
                    <a:pt x="1598614" y="80232"/>
                  </a:cubicBezTo>
                  <a:lnTo>
                    <a:pt x="1571942" y="92708"/>
                  </a:lnTo>
                  <a:cubicBezTo>
                    <a:pt x="1553874" y="53775"/>
                    <a:pt x="1515801" y="29469"/>
                    <a:pt x="1472997" y="29469"/>
                  </a:cubicBezTo>
                  <a:cubicBezTo>
                    <a:pt x="1429977" y="29469"/>
                    <a:pt x="1392119" y="53775"/>
                    <a:pt x="1374051" y="92708"/>
                  </a:cubicBezTo>
                  <a:cubicBezTo>
                    <a:pt x="1351251" y="142180"/>
                    <a:pt x="1303069" y="172939"/>
                    <a:pt x="1248648" y="172939"/>
                  </a:cubicBezTo>
                  <a:close/>
                </a:path>
              </a:pathLst>
            </a:custGeom>
            <a:grpFill/>
            <a:ln w="21496" cap="flat">
              <a:noFill/>
              <a:prstDash val="solid"/>
              <a:miter/>
            </a:ln>
          </p:spPr>
          <p:txBody>
            <a:bodyPr rtlCol="0" anchor="ctr"/>
            <a:lstStyle/>
            <a:p>
              <a:endParaRPr lang="en-US" dirty="0"/>
            </a:p>
          </p:txBody>
        </p:sp>
        <p:sp>
          <p:nvSpPr>
            <p:cNvPr id="23" name="Freeform: Shape 22">
              <a:extLst>
                <a:ext uri="{FF2B5EF4-FFF2-40B4-BE49-F238E27FC236}">
                  <a16:creationId xmlns:a16="http://schemas.microsoft.com/office/drawing/2014/main" id="{6AA52F4F-14E6-402F-A196-668B9CA9BC6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4802" y="1755501"/>
              <a:ext cx="1598829" cy="172724"/>
            </a:xfrm>
            <a:custGeom>
              <a:avLst/>
              <a:gdLst>
                <a:gd name="connsiteX0" fmla="*/ 1248648 w 1598829"/>
                <a:gd name="connsiteY0" fmla="*/ 172724 h 172724"/>
                <a:gd name="connsiteX1" fmla="*/ 1123031 w 1598829"/>
                <a:gd name="connsiteY1" fmla="*/ 92492 h 172724"/>
                <a:gd name="connsiteX2" fmla="*/ 1024085 w 1598829"/>
                <a:gd name="connsiteY2" fmla="*/ 29253 h 172724"/>
                <a:gd name="connsiteX3" fmla="*/ 925140 w 1598829"/>
                <a:gd name="connsiteY3" fmla="*/ 92492 h 172724"/>
                <a:gd name="connsiteX4" fmla="*/ 799522 w 1598829"/>
                <a:gd name="connsiteY4" fmla="*/ 172724 h 172724"/>
                <a:gd name="connsiteX5" fmla="*/ 799522 w 1598829"/>
                <a:gd name="connsiteY5" fmla="*/ 172724 h 172724"/>
                <a:gd name="connsiteX6" fmla="*/ 673905 w 1598829"/>
                <a:gd name="connsiteY6" fmla="*/ 92492 h 172724"/>
                <a:gd name="connsiteX7" fmla="*/ 574959 w 1598829"/>
                <a:gd name="connsiteY7" fmla="*/ 29253 h 172724"/>
                <a:gd name="connsiteX8" fmla="*/ 476014 w 1598829"/>
                <a:gd name="connsiteY8" fmla="*/ 92492 h 172724"/>
                <a:gd name="connsiteX9" fmla="*/ 350396 w 1598829"/>
                <a:gd name="connsiteY9" fmla="*/ 172724 h 172724"/>
                <a:gd name="connsiteX10" fmla="*/ 224778 w 1598829"/>
                <a:gd name="connsiteY10" fmla="*/ 92492 h 172724"/>
                <a:gd name="connsiteX11" fmla="*/ 125833 w 1598829"/>
                <a:gd name="connsiteY11" fmla="*/ 29253 h 172724"/>
                <a:gd name="connsiteX12" fmla="*/ 26887 w 1598829"/>
                <a:gd name="connsiteY12" fmla="*/ 92492 h 172724"/>
                <a:gd name="connsiteX13" fmla="*/ 0 w 1598829"/>
                <a:gd name="connsiteY13" fmla="*/ 80232 h 172724"/>
                <a:gd name="connsiteX14" fmla="*/ 125618 w 1598829"/>
                <a:gd name="connsiteY14" fmla="*/ 0 h 172724"/>
                <a:gd name="connsiteX15" fmla="*/ 251235 w 1598829"/>
                <a:gd name="connsiteY15" fmla="*/ 80232 h 172724"/>
                <a:gd name="connsiteX16" fmla="*/ 350181 w 1598829"/>
                <a:gd name="connsiteY16" fmla="*/ 143471 h 172724"/>
                <a:gd name="connsiteX17" fmla="*/ 449126 w 1598829"/>
                <a:gd name="connsiteY17" fmla="*/ 80232 h 172724"/>
                <a:gd name="connsiteX18" fmla="*/ 574744 w 1598829"/>
                <a:gd name="connsiteY18" fmla="*/ 0 h 172724"/>
                <a:gd name="connsiteX19" fmla="*/ 700362 w 1598829"/>
                <a:gd name="connsiteY19" fmla="*/ 80232 h 172724"/>
                <a:gd name="connsiteX20" fmla="*/ 799307 w 1598829"/>
                <a:gd name="connsiteY20" fmla="*/ 143471 h 172724"/>
                <a:gd name="connsiteX21" fmla="*/ 799307 w 1598829"/>
                <a:gd name="connsiteY21" fmla="*/ 143471 h 172724"/>
                <a:gd name="connsiteX22" fmla="*/ 898253 w 1598829"/>
                <a:gd name="connsiteY22" fmla="*/ 80232 h 172724"/>
                <a:gd name="connsiteX23" fmla="*/ 1024085 w 1598829"/>
                <a:gd name="connsiteY23" fmla="*/ 0 h 172724"/>
                <a:gd name="connsiteX24" fmla="*/ 1149703 w 1598829"/>
                <a:gd name="connsiteY24" fmla="*/ 80232 h 172724"/>
                <a:gd name="connsiteX25" fmla="*/ 1248648 w 1598829"/>
                <a:gd name="connsiteY25" fmla="*/ 143471 h 172724"/>
                <a:gd name="connsiteX26" fmla="*/ 1347594 w 1598829"/>
                <a:gd name="connsiteY26" fmla="*/ 80232 h 172724"/>
                <a:gd name="connsiteX27" fmla="*/ 1473212 w 1598829"/>
                <a:gd name="connsiteY27" fmla="*/ 0 h 172724"/>
                <a:gd name="connsiteX28" fmla="*/ 1598829 w 1598829"/>
                <a:gd name="connsiteY28" fmla="*/ 80232 h 172724"/>
                <a:gd name="connsiteX29" fmla="*/ 1572157 w 1598829"/>
                <a:gd name="connsiteY29" fmla="*/ 92492 h 172724"/>
                <a:gd name="connsiteX30" fmla="*/ 1473212 w 1598829"/>
                <a:gd name="connsiteY30" fmla="*/ 29253 h 172724"/>
                <a:gd name="connsiteX31" fmla="*/ 1374266 w 1598829"/>
                <a:gd name="connsiteY31" fmla="*/ 92492 h 172724"/>
                <a:gd name="connsiteX32" fmla="*/ 1248648 w 1598829"/>
                <a:gd name="connsiteY32" fmla="*/ 172724 h 1727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829" h="172724">
                  <a:moveTo>
                    <a:pt x="1248648" y="172724"/>
                  </a:moveTo>
                  <a:cubicBezTo>
                    <a:pt x="1194229" y="172724"/>
                    <a:pt x="1146046" y="141965"/>
                    <a:pt x="1123031" y="92492"/>
                  </a:cubicBezTo>
                  <a:cubicBezTo>
                    <a:pt x="1104962" y="53560"/>
                    <a:pt x="1067105" y="29253"/>
                    <a:pt x="1024085" y="29253"/>
                  </a:cubicBezTo>
                  <a:cubicBezTo>
                    <a:pt x="981066" y="29253"/>
                    <a:pt x="943208" y="53560"/>
                    <a:pt x="925140" y="92492"/>
                  </a:cubicBezTo>
                  <a:cubicBezTo>
                    <a:pt x="902124" y="141965"/>
                    <a:pt x="853942" y="172724"/>
                    <a:pt x="799522" y="172724"/>
                  </a:cubicBezTo>
                  <a:cubicBezTo>
                    <a:pt x="799522" y="172724"/>
                    <a:pt x="799522" y="172724"/>
                    <a:pt x="799522" y="172724"/>
                  </a:cubicBezTo>
                  <a:cubicBezTo>
                    <a:pt x="744887" y="172724"/>
                    <a:pt x="696920" y="141965"/>
                    <a:pt x="673905" y="92492"/>
                  </a:cubicBezTo>
                  <a:cubicBezTo>
                    <a:pt x="655836" y="53560"/>
                    <a:pt x="617979" y="29253"/>
                    <a:pt x="574959" y="29253"/>
                  </a:cubicBezTo>
                  <a:cubicBezTo>
                    <a:pt x="531939" y="29253"/>
                    <a:pt x="494082" y="53560"/>
                    <a:pt x="476014" y="92492"/>
                  </a:cubicBezTo>
                  <a:cubicBezTo>
                    <a:pt x="452998" y="141965"/>
                    <a:pt x="405031" y="172724"/>
                    <a:pt x="350396" y="172724"/>
                  </a:cubicBezTo>
                  <a:cubicBezTo>
                    <a:pt x="295976" y="172724"/>
                    <a:pt x="247794" y="141965"/>
                    <a:pt x="224778" y="92492"/>
                  </a:cubicBezTo>
                  <a:cubicBezTo>
                    <a:pt x="206710" y="53560"/>
                    <a:pt x="168853" y="29253"/>
                    <a:pt x="125833" y="29253"/>
                  </a:cubicBezTo>
                  <a:cubicBezTo>
                    <a:pt x="82813" y="29253"/>
                    <a:pt x="44956" y="53560"/>
                    <a:pt x="26887" y="92492"/>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483" y="30759"/>
                    <a:pt x="969450" y="0"/>
                    <a:pt x="1024085" y="0"/>
                  </a:cubicBezTo>
                  <a:cubicBezTo>
                    <a:pt x="1078720" y="0"/>
                    <a:pt x="1126688" y="30759"/>
                    <a:pt x="1149703" y="80232"/>
                  </a:cubicBezTo>
                  <a:cubicBezTo>
                    <a:pt x="1167771" y="119165"/>
                    <a:pt x="1205629" y="143471"/>
                    <a:pt x="1248648" y="143471"/>
                  </a:cubicBezTo>
                  <a:cubicBezTo>
                    <a:pt x="1291668" y="143471"/>
                    <a:pt x="1329526" y="119165"/>
                    <a:pt x="1347594" y="80232"/>
                  </a:cubicBezTo>
                  <a:cubicBezTo>
                    <a:pt x="1370610" y="30759"/>
                    <a:pt x="1418792" y="0"/>
                    <a:pt x="1473212" y="0"/>
                  </a:cubicBezTo>
                  <a:cubicBezTo>
                    <a:pt x="1527847" y="0"/>
                    <a:pt x="1576029" y="30759"/>
                    <a:pt x="1598829" y="80232"/>
                  </a:cubicBezTo>
                  <a:lnTo>
                    <a:pt x="1572157" y="92492"/>
                  </a:lnTo>
                  <a:cubicBezTo>
                    <a:pt x="1554089" y="53560"/>
                    <a:pt x="1516016" y="29253"/>
                    <a:pt x="1473212" y="29253"/>
                  </a:cubicBezTo>
                  <a:cubicBezTo>
                    <a:pt x="1430192" y="29253"/>
                    <a:pt x="1392335" y="53560"/>
                    <a:pt x="1374266" y="92492"/>
                  </a:cubicBezTo>
                  <a:cubicBezTo>
                    <a:pt x="1351251" y="141965"/>
                    <a:pt x="1303069" y="172724"/>
                    <a:pt x="1248648" y="172724"/>
                  </a:cubicBezTo>
                  <a:close/>
                </a:path>
              </a:pathLst>
            </a:custGeom>
            <a:grpFill/>
            <a:ln w="21496" cap="flat">
              <a:noFill/>
              <a:prstDash val="solid"/>
              <a:miter/>
            </a:ln>
          </p:spPr>
          <p:txBody>
            <a:bodyPr rtlCol="0" anchor="ctr"/>
            <a:lstStyle/>
            <a:p>
              <a:endParaRPr lang="en-US" dirty="0"/>
            </a:p>
          </p:txBody>
        </p:sp>
      </p:grpSp>
      <p:sp>
        <p:nvSpPr>
          <p:cNvPr id="25" name="Oval 24">
            <a:extLst>
              <a:ext uri="{FF2B5EF4-FFF2-40B4-BE49-F238E27FC236}">
                <a16:creationId xmlns:a16="http://schemas.microsoft.com/office/drawing/2014/main" id="{C10FB9CA-E7FA-462C-B537-F1224ED1ACF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9820" y="4236107"/>
            <a:ext cx="510988" cy="510988"/>
          </a:xfrm>
          <a:prstGeom prst="ellipse">
            <a:avLst/>
          </a:pr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p>
        </p:txBody>
      </p:sp>
      <p:sp>
        <p:nvSpPr>
          <p:cNvPr id="27" name="Oval 26">
            <a:extLst>
              <a:ext uri="{FF2B5EF4-FFF2-40B4-BE49-F238E27FC236}">
                <a16:creationId xmlns:a16="http://schemas.microsoft.com/office/drawing/2014/main" id="{D8469AE7-A75B-4F37-850B-EF5974ABED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9820" y="4236107"/>
            <a:ext cx="510988" cy="510988"/>
          </a:xfrm>
          <a:prstGeom prst="ellipse">
            <a:avLst/>
          </a:pr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p>
        </p:txBody>
      </p:sp>
      <p:grpSp>
        <p:nvGrpSpPr>
          <p:cNvPr id="29" name="Graphic 4">
            <a:extLst>
              <a:ext uri="{FF2B5EF4-FFF2-40B4-BE49-F238E27FC236}">
                <a16:creationId xmlns:a16="http://schemas.microsoft.com/office/drawing/2014/main" id="{63301095-70B2-49AA-8DA9-A35629AD621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8597506" y="4175798"/>
            <a:ext cx="1861486" cy="1861665"/>
            <a:chOff x="5734053" y="3067000"/>
            <a:chExt cx="724484" cy="724549"/>
          </a:xfrm>
          <a:solidFill>
            <a:schemeClr val="bg1"/>
          </a:solidFill>
        </p:grpSpPr>
        <p:sp>
          <p:nvSpPr>
            <p:cNvPr id="30" name="Freeform: Shape 29">
              <a:extLst>
                <a:ext uri="{FF2B5EF4-FFF2-40B4-BE49-F238E27FC236}">
                  <a16:creationId xmlns:a16="http://schemas.microsoft.com/office/drawing/2014/main" id="{D218E08C-0BEA-45C2-8C09-4141DDDA001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067000"/>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dirty="0"/>
            </a:p>
          </p:txBody>
        </p:sp>
        <p:sp>
          <p:nvSpPr>
            <p:cNvPr id="31" name="Freeform: Shape 30">
              <a:extLst>
                <a:ext uri="{FF2B5EF4-FFF2-40B4-BE49-F238E27FC236}">
                  <a16:creationId xmlns:a16="http://schemas.microsoft.com/office/drawing/2014/main" id="{232F6090-14E0-44C6-B9FC-C91047BCDC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dirty="0"/>
            </a:p>
          </p:txBody>
        </p:sp>
        <p:sp>
          <p:nvSpPr>
            <p:cNvPr id="32" name="Freeform: Shape 31">
              <a:extLst>
                <a:ext uri="{FF2B5EF4-FFF2-40B4-BE49-F238E27FC236}">
                  <a16:creationId xmlns:a16="http://schemas.microsoft.com/office/drawing/2014/main" id="{FDB9402B-335C-4892-9E7C-C400E95BE0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dirty="0"/>
            </a:p>
          </p:txBody>
        </p:sp>
        <p:sp>
          <p:nvSpPr>
            <p:cNvPr id="33" name="Freeform: Shape 32">
              <a:extLst>
                <a:ext uri="{FF2B5EF4-FFF2-40B4-BE49-F238E27FC236}">
                  <a16:creationId xmlns:a16="http://schemas.microsoft.com/office/drawing/2014/main" id="{E7A4371D-4448-409A-93F3-0C92E3EBDCF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dirty="0"/>
            </a:p>
          </p:txBody>
        </p:sp>
        <p:sp>
          <p:nvSpPr>
            <p:cNvPr id="34" name="Freeform: Shape 33">
              <a:extLst>
                <a:ext uri="{FF2B5EF4-FFF2-40B4-BE49-F238E27FC236}">
                  <a16:creationId xmlns:a16="http://schemas.microsoft.com/office/drawing/2014/main" id="{780149CB-4B8F-4FD1-AC5E-25670C9EA0A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dirty="0"/>
            </a:p>
          </p:txBody>
        </p:sp>
        <p:sp>
          <p:nvSpPr>
            <p:cNvPr id="35" name="Freeform: Shape 34">
              <a:extLst>
                <a:ext uri="{FF2B5EF4-FFF2-40B4-BE49-F238E27FC236}">
                  <a16:creationId xmlns:a16="http://schemas.microsoft.com/office/drawing/2014/main" id="{92D49A1A-35B0-4620-9D1E-A782A0E978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dirty="0"/>
            </a:p>
          </p:txBody>
        </p:sp>
        <p:sp>
          <p:nvSpPr>
            <p:cNvPr id="36" name="Freeform: Shape 35">
              <a:extLst>
                <a:ext uri="{FF2B5EF4-FFF2-40B4-BE49-F238E27FC236}">
                  <a16:creationId xmlns:a16="http://schemas.microsoft.com/office/drawing/2014/main" id="{AFF46F08-B1E4-44C1-BD4A-4191D6EAD9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dirty="0"/>
            </a:p>
          </p:txBody>
        </p:sp>
        <p:sp>
          <p:nvSpPr>
            <p:cNvPr id="37" name="Freeform: Shape 36">
              <a:extLst>
                <a:ext uri="{FF2B5EF4-FFF2-40B4-BE49-F238E27FC236}">
                  <a16:creationId xmlns:a16="http://schemas.microsoft.com/office/drawing/2014/main" id="{8DB16610-3D81-4E5C-850D-5D1245C0DC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126244"/>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dirty="0"/>
            </a:p>
          </p:txBody>
        </p:sp>
        <p:sp>
          <p:nvSpPr>
            <p:cNvPr id="38" name="Freeform: Shape 37">
              <a:extLst>
                <a:ext uri="{FF2B5EF4-FFF2-40B4-BE49-F238E27FC236}">
                  <a16:creationId xmlns:a16="http://schemas.microsoft.com/office/drawing/2014/main" id="{E05501B2-83AC-4299-BE5A-8CA16B4089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126242"/>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39" name="Freeform: Shape 38">
              <a:extLst>
                <a:ext uri="{FF2B5EF4-FFF2-40B4-BE49-F238E27FC236}">
                  <a16:creationId xmlns:a16="http://schemas.microsoft.com/office/drawing/2014/main" id="{07CF1B90-3B3A-403E-A94F-8B82945D07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40" name="Freeform: Shape 39">
              <a:extLst>
                <a:ext uri="{FF2B5EF4-FFF2-40B4-BE49-F238E27FC236}">
                  <a16:creationId xmlns:a16="http://schemas.microsoft.com/office/drawing/2014/main" id="{56A1CBA9-4AC1-4C42-9429-3FF31DF282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41" name="Freeform: Shape 40">
              <a:extLst>
                <a:ext uri="{FF2B5EF4-FFF2-40B4-BE49-F238E27FC236}">
                  <a16:creationId xmlns:a16="http://schemas.microsoft.com/office/drawing/2014/main" id="{21318D9B-FD39-402A-ADFA-0E6CC789A7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42" name="Freeform: Shape 41">
              <a:extLst>
                <a:ext uri="{FF2B5EF4-FFF2-40B4-BE49-F238E27FC236}">
                  <a16:creationId xmlns:a16="http://schemas.microsoft.com/office/drawing/2014/main" id="{333FB08F-B346-47C0-A7CD-1DE53E6C0D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126244"/>
              <a:ext cx="14097" cy="14097"/>
            </a:xfrm>
            <a:custGeom>
              <a:avLst/>
              <a:gdLst>
                <a:gd name="connsiteX0" fmla="*/ 14097 w 14097"/>
                <a:gd name="connsiteY0" fmla="*/ 7049 h 14097"/>
                <a:gd name="connsiteX1" fmla="*/ 7048 w 14097"/>
                <a:gd name="connsiteY1" fmla="*/ 14097 h 14097"/>
                <a:gd name="connsiteX2" fmla="*/ 0 w 14097"/>
                <a:gd name="connsiteY2" fmla="*/ 7049 h 14097"/>
                <a:gd name="connsiteX3" fmla="*/ 7048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dirty="0"/>
            </a:p>
          </p:txBody>
        </p:sp>
        <p:sp>
          <p:nvSpPr>
            <p:cNvPr id="43" name="Freeform: Shape 42">
              <a:extLst>
                <a:ext uri="{FF2B5EF4-FFF2-40B4-BE49-F238E27FC236}">
                  <a16:creationId xmlns:a16="http://schemas.microsoft.com/office/drawing/2014/main" id="{893AD6F2-6408-4A8E-9749-CB7388EF3D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44" name="Freeform: Shape 43">
              <a:extLst>
                <a:ext uri="{FF2B5EF4-FFF2-40B4-BE49-F238E27FC236}">
                  <a16:creationId xmlns:a16="http://schemas.microsoft.com/office/drawing/2014/main" id="{715D9D2F-1568-4BE3-A54A-69F52492B0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185393"/>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dirty="0"/>
            </a:p>
          </p:txBody>
        </p:sp>
        <p:sp>
          <p:nvSpPr>
            <p:cNvPr id="45" name="Freeform: Shape 44">
              <a:extLst>
                <a:ext uri="{FF2B5EF4-FFF2-40B4-BE49-F238E27FC236}">
                  <a16:creationId xmlns:a16="http://schemas.microsoft.com/office/drawing/2014/main" id="{9AB547A7-0D80-491F-98B4-C6B7CC4FC4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185393"/>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dirty="0"/>
            </a:p>
          </p:txBody>
        </p:sp>
        <p:sp>
          <p:nvSpPr>
            <p:cNvPr id="46" name="Freeform: Shape 45">
              <a:extLst>
                <a:ext uri="{FF2B5EF4-FFF2-40B4-BE49-F238E27FC236}">
                  <a16:creationId xmlns:a16="http://schemas.microsoft.com/office/drawing/2014/main" id="{7E2693CD-DAF5-4B26-9A2F-17673BF318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47" name="Freeform: Shape 46">
              <a:extLst>
                <a:ext uri="{FF2B5EF4-FFF2-40B4-BE49-F238E27FC236}">
                  <a16:creationId xmlns:a16="http://schemas.microsoft.com/office/drawing/2014/main" id="{A96EEE12-952A-4693-B161-D7071D6010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48" name="Freeform: Shape 47">
              <a:extLst>
                <a:ext uri="{FF2B5EF4-FFF2-40B4-BE49-F238E27FC236}">
                  <a16:creationId xmlns:a16="http://schemas.microsoft.com/office/drawing/2014/main" id="{F4228DCC-1611-4BDC-90AA-231F67EB11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49" name="Freeform: Shape 48">
              <a:extLst>
                <a:ext uri="{FF2B5EF4-FFF2-40B4-BE49-F238E27FC236}">
                  <a16:creationId xmlns:a16="http://schemas.microsoft.com/office/drawing/2014/main" id="{DA163C3C-D3DF-461F-B6A8-90C7C227D1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185393"/>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dirty="0"/>
            </a:p>
          </p:txBody>
        </p:sp>
        <p:sp>
          <p:nvSpPr>
            <p:cNvPr id="50" name="Freeform: Shape 49">
              <a:extLst>
                <a:ext uri="{FF2B5EF4-FFF2-40B4-BE49-F238E27FC236}">
                  <a16:creationId xmlns:a16="http://schemas.microsoft.com/office/drawing/2014/main" id="{4D021D29-2980-41C3-AB83-DA93C105BCE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51" name="Freeform: Shape 50">
              <a:extLst>
                <a:ext uri="{FF2B5EF4-FFF2-40B4-BE49-F238E27FC236}">
                  <a16:creationId xmlns:a16="http://schemas.microsoft.com/office/drawing/2014/main" id="{AC09C1FA-1A9D-49A7-9D73-8B777140A30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244637"/>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dirty="0"/>
            </a:p>
          </p:txBody>
        </p:sp>
        <p:sp>
          <p:nvSpPr>
            <p:cNvPr id="52" name="Freeform: Shape 51">
              <a:extLst>
                <a:ext uri="{FF2B5EF4-FFF2-40B4-BE49-F238E27FC236}">
                  <a16:creationId xmlns:a16="http://schemas.microsoft.com/office/drawing/2014/main" id="{0B8D8CD4-7B9B-48A5-BC59-0CB859354F7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244635"/>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53" name="Freeform: Shape 52">
              <a:extLst>
                <a:ext uri="{FF2B5EF4-FFF2-40B4-BE49-F238E27FC236}">
                  <a16:creationId xmlns:a16="http://schemas.microsoft.com/office/drawing/2014/main" id="{224D0A27-A8B0-4020-9399-24127726E6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54" name="Freeform: Shape 53">
              <a:extLst>
                <a:ext uri="{FF2B5EF4-FFF2-40B4-BE49-F238E27FC236}">
                  <a16:creationId xmlns:a16="http://schemas.microsoft.com/office/drawing/2014/main" id="{168E8EBA-9F8C-4650-B9BE-38A0A56BCF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55" name="Freeform: Shape 54">
              <a:extLst>
                <a:ext uri="{FF2B5EF4-FFF2-40B4-BE49-F238E27FC236}">
                  <a16:creationId xmlns:a16="http://schemas.microsoft.com/office/drawing/2014/main" id="{6A460BB3-2605-4AA2-AE1D-B9FB61EBF2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56" name="Freeform: Shape 55">
              <a:extLst>
                <a:ext uri="{FF2B5EF4-FFF2-40B4-BE49-F238E27FC236}">
                  <a16:creationId xmlns:a16="http://schemas.microsoft.com/office/drawing/2014/main" id="{1E2E38EE-DBBE-4CC1-9498-E7193E1B28B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244637"/>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57" name="Freeform: Shape 56">
              <a:extLst>
                <a:ext uri="{FF2B5EF4-FFF2-40B4-BE49-F238E27FC236}">
                  <a16:creationId xmlns:a16="http://schemas.microsoft.com/office/drawing/2014/main" id="{BF191D5C-7D2A-4408-A8F2-389D2360F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58" name="Freeform: Shape 57">
              <a:extLst>
                <a:ext uri="{FF2B5EF4-FFF2-40B4-BE49-F238E27FC236}">
                  <a16:creationId xmlns:a16="http://schemas.microsoft.com/office/drawing/2014/main" id="{08F7193B-B379-4921-9F17-1841D50611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303786"/>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dirty="0"/>
            </a:p>
          </p:txBody>
        </p:sp>
        <p:sp>
          <p:nvSpPr>
            <p:cNvPr id="59" name="Freeform: Shape 58">
              <a:extLst>
                <a:ext uri="{FF2B5EF4-FFF2-40B4-BE49-F238E27FC236}">
                  <a16:creationId xmlns:a16="http://schemas.microsoft.com/office/drawing/2014/main" id="{B4C5E53C-6003-4F74-B1CA-C7EA1E49930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303786"/>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60" name="Freeform: Shape 59">
              <a:extLst>
                <a:ext uri="{FF2B5EF4-FFF2-40B4-BE49-F238E27FC236}">
                  <a16:creationId xmlns:a16="http://schemas.microsoft.com/office/drawing/2014/main" id="{CB97B2B1-1CF5-46A5-940D-AB8F57F5909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61" name="Freeform: Shape 60">
              <a:extLst>
                <a:ext uri="{FF2B5EF4-FFF2-40B4-BE49-F238E27FC236}">
                  <a16:creationId xmlns:a16="http://schemas.microsoft.com/office/drawing/2014/main" id="{0783F4F1-D8CE-4453-B79B-AD976E272C8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62" name="Freeform: Shape 61">
              <a:extLst>
                <a:ext uri="{FF2B5EF4-FFF2-40B4-BE49-F238E27FC236}">
                  <a16:creationId xmlns:a16="http://schemas.microsoft.com/office/drawing/2014/main" id="{06A7A4C9-F24F-4F00-A2FA-29E788A091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63" name="Freeform: Shape 62">
              <a:extLst>
                <a:ext uri="{FF2B5EF4-FFF2-40B4-BE49-F238E27FC236}">
                  <a16:creationId xmlns:a16="http://schemas.microsoft.com/office/drawing/2014/main" id="{EB694A32-59D6-46E3-8CE4-E4C485C2CB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303786"/>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64" name="Freeform: Shape 63">
              <a:extLst>
                <a:ext uri="{FF2B5EF4-FFF2-40B4-BE49-F238E27FC236}">
                  <a16:creationId xmlns:a16="http://schemas.microsoft.com/office/drawing/2014/main" id="{983EBB4C-28FF-41C6-90D6-5F30FC0868E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65" name="Freeform: Shape 64">
              <a:extLst>
                <a:ext uri="{FF2B5EF4-FFF2-40B4-BE49-F238E27FC236}">
                  <a16:creationId xmlns:a16="http://schemas.microsoft.com/office/drawing/2014/main" id="{0707659D-8AE9-49B5-AB29-ECC099F495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363031"/>
              <a:ext cx="14192" cy="14097"/>
            </a:xfrm>
            <a:custGeom>
              <a:avLst/>
              <a:gdLst>
                <a:gd name="connsiteX0" fmla="*/ 14192 w 14192"/>
                <a:gd name="connsiteY0" fmla="*/ 7048 h 14097"/>
                <a:gd name="connsiteX1" fmla="*/ 7144 w 14192"/>
                <a:gd name="connsiteY1" fmla="*/ 14097 h 14097"/>
                <a:gd name="connsiteX2" fmla="*/ 0 w 14192"/>
                <a:gd name="connsiteY2" fmla="*/ 7048 h 14097"/>
                <a:gd name="connsiteX3" fmla="*/ 7049 w 14192"/>
                <a:gd name="connsiteY3" fmla="*/ 0 h 14097"/>
                <a:gd name="connsiteX4" fmla="*/ 14192 w 14192"/>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dirty="0"/>
            </a:p>
          </p:txBody>
        </p:sp>
        <p:sp>
          <p:nvSpPr>
            <p:cNvPr id="66" name="Freeform: Shape 65">
              <a:extLst>
                <a:ext uri="{FF2B5EF4-FFF2-40B4-BE49-F238E27FC236}">
                  <a16:creationId xmlns:a16="http://schemas.microsoft.com/office/drawing/2014/main" id="{5C987ECC-9573-46EA-9C4A-7C3CAE39380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363029"/>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67" name="Freeform: Shape 66">
              <a:extLst>
                <a:ext uri="{FF2B5EF4-FFF2-40B4-BE49-F238E27FC236}">
                  <a16:creationId xmlns:a16="http://schemas.microsoft.com/office/drawing/2014/main" id="{4DAF6708-18C2-4082-B024-6CEA32AE01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68" name="Freeform: Shape 67">
              <a:extLst>
                <a:ext uri="{FF2B5EF4-FFF2-40B4-BE49-F238E27FC236}">
                  <a16:creationId xmlns:a16="http://schemas.microsoft.com/office/drawing/2014/main" id="{72CBB5AE-39E2-4D9B-A834-64D31B00327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69" name="Freeform: Shape 68">
              <a:extLst>
                <a:ext uri="{FF2B5EF4-FFF2-40B4-BE49-F238E27FC236}">
                  <a16:creationId xmlns:a16="http://schemas.microsoft.com/office/drawing/2014/main" id="{4592DE98-77BF-4E8E-AEB4-1934207BAE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70" name="Freeform: Shape 69">
              <a:extLst>
                <a:ext uri="{FF2B5EF4-FFF2-40B4-BE49-F238E27FC236}">
                  <a16:creationId xmlns:a16="http://schemas.microsoft.com/office/drawing/2014/main" id="{5AF5D9A0-BA94-4D2B-8479-26C55355B6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363031"/>
              <a:ext cx="14097" cy="14097"/>
            </a:xfrm>
            <a:custGeom>
              <a:avLst/>
              <a:gdLst>
                <a:gd name="connsiteX0" fmla="*/ 14097 w 14097"/>
                <a:gd name="connsiteY0" fmla="*/ 7048 h 14097"/>
                <a:gd name="connsiteX1" fmla="*/ 7048 w 14097"/>
                <a:gd name="connsiteY1" fmla="*/ 14097 h 14097"/>
                <a:gd name="connsiteX2" fmla="*/ 0 w 14097"/>
                <a:gd name="connsiteY2" fmla="*/ 7048 h 14097"/>
                <a:gd name="connsiteX3" fmla="*/ 7048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71" name="Freeform: Shape 70">
              <a:extLst>
                <a:ext uri="{FF2B5EF4-FFF2-40B4-BE49-F238E27FC236}">
                  <a16:creationId xmlns:a16="http://schemas.microsoft.com/office/drawing/2014/main" id="{2CAA6A8E-7ACF-4EF7-AAD6-734A009DCF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72" name="Freeform: Shape 71">
              <a:extLst>
                <a:ext uri="{FF2B5EF4-FFF2-40B4-BE49-F238E27FC236}">
                  <a16:creationId xmlns:a16="http://schemas.microsoft.com/office/drawing/2014/main" id="{D3DD3695-F212-4BAD-BBB3-EC1F624740B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422181"/>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dirty="0"/>
            </a:p>
          </p:txBody>
        </p:sp>
        <p:sp>
          <p:nvSpPr>
            <p:cNvPr id="73" name="Freeform: Shape 72">
              <a:extLst>
                <a:ext uri="{FF2B5EF4-FFF2-40B4-BE49-F238E27FC236}">
                  <a16:creationId xmlns:a16="http://schemas.microsoft.com/office/drawing/2014/main" id="{AB1B3ECB-7594-4C5C-B62B-E686C0A89E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42218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74" name="Freeform: Shape 73">
              <a:extLst>
                <a:ext uri="{FF2B5EF4-FFF2-40B4-BE49-F238E27FC236}">
                  <a16:creationId xmlns:a16="http://schemas.microsoft.com/office/drawing/2014/main" id="{5EE54C3C-D9E5-4782-B8F6-058EB2D63E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75" name="Freeform: Shape 74">
              <a:extLst>
                <a:ext uri="{FF2B5EF4-FFF2-40B4-BE49-F238E27FC236}">
                  <a16:creationId xmlns:a16="http://schemas.microsoft.com/office/drawing/2014/main" id="{EAE78EEE-DC43-44E1-AB47-ACB80F94B1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76" name="Freeform: Shape 75">
              <a:extLst>
                <a:ext uri="{FF2B5EF4-FFF2-40B4-BE49-F238E27FC236}">
                  <a16:creationId xmlns:a16="http://schemas.microsoft.com/office/drawing/2014/main" id="{847D67EF-1141-4582-866E-FE02FB2360D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77" name="Freeform: Shape 76">
              <a:extLst>
                <a:ext uri="{FF2B5EF4-FFF2-40B4-BE49-F238E27FC236}">
                  <a16:creationId xmlns:a16="http://schemas.microsoft.com/office/drawing/2014/main" id="{99ECC931-60A1-4628-A34B-4B68DA3CC26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422181"/>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78" name="Freeform: Shape 77">
              <a:extLst>
                <a:ext uri="{FF2B5EF4-FFF2-40B4-BE49-F238E27FC236}">
                  <a16:creationId xmlns:a16="http://schemas.microsoft.com/office/drawing/2014/main" id="{A587D2BE-3417-44AE-BEEF-57F88CECB4D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79" name="Freeform: Shape 78">
              <a:extLst>
                <a:ext uri="{FF2B5EF4-FFF2-40B4-BE49-F238E27FC236}">
                  <a16:creationId xmlns:a16="http://schemas.microsoft.com/office/drawing/2014/main" id="{FCEB2ED3-A08D-4286-B75D-893289F3F3D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6953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9" y="14097"/>
                  </a:cubicBezTo>
                  <a:cubicBezTo>
                    <a:pt x="3143" y="14097"/>
                    <a:pt x="0" y="10954"/>
                    <a:pt x="0" y="7049"/>
                  </a:cubicBezTo>
                  <a:cubicBezTo>
                    <a:pt x="0" y="3143"/>
                    <a:pt x="3048" y="0"/>
                    <a:pt x="6953" y="0"/>
                  </a:cubicBezTo>
                  <a:cubicBezTo>
                    <a:pt x="10954" y="0"/>
                    <a:pt x="14097" y="3143"/>
                    <a:pt x="14097" y="7049"/>
                  </a:cubicBezTo>
                  <a:close/>
                </a:path>
              </a:pathLst>
            </a:custGeom>
            <a:grpFill/>
            <a:ln w="9525" cap="flat">
              <a:noFill/>
              <a:prstDash val="solid"/>
              <a:miter/>
            </a:ln>
          </p:spPr>
          <p:txBody>
            <a:bodyPr rtlCol="0" anchor="ctr"/>
            <a:lstStyle/>
            <a:p>
              <a:endParaRPr lang="en-US" dirty="0"/>
            </a:p>
          </p:txBody>
        </p:sp>
        <p:sp>
          <p:nvSpPr>
            <p:cNvPr id="80" name="Freeform: Shape 79">
              <a:extLst>
                <a:ext uri="{FF2B5EF4-FFF2-40B4-BE49-F238E27FC236}">
                  <a16:creationId xmlns:a16="http://schemas.microsoft.com/office/drawing/2014/main" id="{7C7DB7BB-8173-4377-85B0-032B7BDAB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dirty="0"/>
            </a:p>
          </p:txBody>
        </p:sp>
        <p:sp>
          <p:nvSpPr>
            <p:cNvPr id="81" name="Freeform: Shape 80">
              <a:extLst>
                <a:ext uri="{FF2B5EF4-FFF2-40B4-BE49-F238E27FC236}">
                  <a16:creationId xmlns:a16="http://schemas.microsoft.com/office/drawing/2014/main" id="{93EF69B4-3F48-4509-8BF8-926E23BC1D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067000"/>
              <a:ext cx="14096" cy="14097"/>
            </a:xfrm>
            <a:custGeom>
              <a:avLst/>
              <a:gdLst>
                <a:gd name="connsiteX0" fmla="*/ 14097 w 14096"/>
                <a:gd name="connsiteY0" fmla="*/ 7049 h 14097"/>
                <a:gd name="connsiteX1" fmla="*/ 7049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9" y="14097"/>
                  </a:cubicBezTo>
                  <a:cubicBezTo>
                    <a:pt x="3143" y="14097"/>
                    <a:pt x="0" y="10954"/>
                    <a:pt x="0" y="7049"/>
                  </a:cubicBezTo>
                  <a:cubicBezTo>
                    <a:pt x="0" y="3143"/>
                    <a:pt x="3048" y="0"/>
                    <a:pt x="6953" y="0"/>
                  </a:cubicBezTo>
                  <a:cubicBezTo>
                    <a:pt x="10859" y="0"/>
                    <a:pt x="14097" y="3143"/>
                    <a:pt x="14097" y="7049"/>
                  </a:cubicBezTo>
                  <a:close/>
                </a:path>
              </a:pathLst>
            </a:custGeom>
            <a:grpFill/>
            <a:ln w="9525" cap="flat">
              <a:noFill/>
              <a:prstDash val="solid"/>
              <a:miter/>
            </a:ln>
          </p:spPr>
          <p:txBody>
            <a:bodyPr rtlCol="0" anchor="ctr"/>
            <a:lstStyle/>
            <a:p>
              <a:endParaRPr lang="en-US" dirty="0"/>
            </a:p>
          </p:txBody>
        </p:sp>
        <p:sp>
          <p:nvSpPr>
            <p:cNvPr id="82" name="Freeform: Shape 81">
              <a:extLst>
                <a:ext uri="{FF2B5EF4-FFF2-40B4-BE49-F238E27FC236}">
                  <a16:creationId xmlns:a16="http://schemas.microsoft.com/office/drawing/2014/main" id="{C1A86650-1EF5-46E3-885D-96985105A8B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dirty="0"/>
            </a:p>
          </p:txBody>
        </p:sp>
        <p:sp>
          <p:nvSpPr>
            <p:cNvPr id="83" name="Freeform: Shape 82">
              <a:extLst>
                <a:ext uri="{FF2B5EF4-FFF2-40B4-BE49-F238E27FC236}">
                  <a16:creationId xmlns:a16="http://schemas.microsoft.com/office/drawing/2014/main" id="{47EBBDE2-BD90-481F-A671-34E2186FB0E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048" y="0"/>
                    <a:pt x="6953" y="0"/>
                  </a:cubicBezTo>
                  <a:cubicBezTo>
                    <a:pt x="10858" y="0"/>
                    <a:pt x="14097" y="3143"/>
                    <a:pt x="14097" y="7049"/>
                  </a:cubicBezTo>
                  <a:close/>
                </a:path>
              </a:pathLst>
            </a:custGeom>
            <a:grpFill/>
            <a:ln w="9525" cap="flat">
              <a:noFill/>
              <a:prstDash val="solid"/>
              <a:miter/>
            </a:ln>
          </p:spPr>
          <p:txBody>
            <a:bodyPr rtlCol="0" anchor="ctr"/>
            <a:lstStyle/>
            <a:p>
              <a:endParaRPr lang="en-US" dirty="0"/>
            </a:p>
          </p:txBody>
        </p:sp>
        <p:sp>
          <p:nvSpPr>
            <p:cNvPr id="84" name="Freeform: Shape 83">
              <a:extLst>
                <a:ext uri="{FF2B5EF4-FFF2-40B4-BE49-F238E27FC236}">
                  <a16:creationId xmlns:a16="http://schemas.microsoft.com/office/drawing/2014/main" id="{87DAF1CB-838D-4C5C-8FB7-76BF677FEB0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dirty="0"/>
            </a:p>
          </p:txBody>
        </p:sp>
        <p:sp>
          <p:nvSpPr>
            <p:cNvPr id="85" name="Freeform: Shape 84">
              <a:extLst>
                <a:ext uri="{FF2B5EF4-FFF2-40B4-BE49-F238E27FC236}">
                  <a16:creationId xmlns:a16="http://schemas.microsoft.com/office/drawing/2014/main" id="{64573DA8-D2F3-4644-AC79-83843615C43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126241"/>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86" name="Freeform: Shape 85">
              <a:extLst>
                <a:ext uri="{FF2B5EF4-FFF2-40B4-BE49-F238E27FC236}">
                  <a16:creationId xmlns:a16="http://schemas.microsoft.com/office/drawing/2014/main" id="{41AB53B8-0D5C-44BD-A2A9-ABBF659E1F9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12624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87" name="Freeform: Shape 86">
              <a:extLst>
                <a:ext uri="{FF2B5EF4-FFF2-40B4-BE49-F238E27FC236}">
                  <a16:creationId xmlns:a16="http://schemas.microsoft.com/office/drawing/2014/main" id="{29B7FA60-B453-4877-8D47-CA1209DF91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126241"/>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dirty="0"/>
            </a:p>
          </p:txBody>
        </p:sp>
        <p:sp>
          <p:nvSpPr>
            <p:cNvPr id="88" name="Freeform: Shape 87">
              <a:extLst>
                <a:ext uri="{FF2B5EF4-FFF2-40B4-BE49-F238E27FC236}">
                  <a16:creationId xmlns:a16="http://schemas.microsoft.com/office/drawing/2014/main" id="{7A6D2414-BCCC-40E8-B990-47642EFE96E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12624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89" name="Freeform: Shape 88">
              <a:extLst>
                <a:ext uri="{FF2B5EF4-FFF2-40B4-BE49-F238E27FC236}">
                  <a16:creationId xmlns:a16="http://schemas.microsoft.com/office/drawing/2014/main" id="{B0F37C2B-B7E6-420D-AD39-3AE4A2FBE9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12624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dirty="0"/>
            </a:p>
          </p:txBody>
        </p:sp>
        <p:sp>
          <p:nvSpPr>
            <p:cNvPr id="90" name="Freeform: Shape 89">
              <a:extLst>
                <a:ext uri="{FF2B5EF4-FFF2-40B4-BE49-F238E27FC236}">
                  <a16:creationId xmlns:a16="http://schemas.microsoft.com/office/drawing/2014/main" id="{F6417E45-D7FC-40B8-AD49-941B28D18C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126242"/>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dirty="0"/>
            </a:p>
          </p:txBody>
        </p:sp>
        <p:sp>
          <p:nvSpPr>
            <p:cNvPr id="91" name="Freeform: Shape 90">
              <a:extLst>
                <a:ext uri="{FF2B5EF4-FFF2-40B4-BE49-F238E27FC236}">
                  <a16:creationId xmlns:a16="http://schemas.microsoft.com/office/drawing/2014/main" id="{2A8D1963-0C59-476C-AAFA-A7AF4FF508F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18539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92" name="Freeform: Shape 91">
              <a:extLst>
                <a:ext uri="{FF2B5EF4-FFF2-40B4-BE49-F238E27FC236}">
                  <a16:creationId xmlns:a16="http://schemas.microsoft.com/office/drawing/2014/main" id="{6BE777A9-EC29-46FC-AD21-AC7FD89B13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93" name="Freeform: Shape 92">
              <a:extLst>
                <a:ext uri="{FF2B5EF4-FFF2-40B4-BE49-F238E27FC236}">
                  <a16:creationId xmlns:a16="http://schemas.microsoft.com/office/drawing/2014/main" id="{C63BA1CE-93FB-42C7-8381-765E500232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185391"/>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dirty="0"/>
            </a:p>
          </p:txBody>
        </p:sp>
        <p:sp>
          <p:nvSpPr>
            <p:cNvPr id="94" name="Freeform: Shape 93">
              <a:extLst>
                <a:ext uri="{FF2B5EF4-FFF2-40B4-BE49-F238E27FC236}">
                  <a16:creationId xmlns:a16="http://schemas.microsoft.com/office/drawing/2014/main" id="{7F30F275-ADC8-4FD1-8B4B-673B37517B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95" name="Freeform: Shape 94">
              <a:extLst>
                <a:ext uri="{FF2B5EF4-FFF2-40B4-BE49-F238E27FC236}">
                  <a16:creationId xmlns:a16="http://schemas.microsoft.com/office/drawing/2014/main" id="{DB20529C-F2DD-4607-8DEE-19A9329686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dirty="0"/>
            </a:p>
          </p:txBody>
        </p:sp>
        <p:sp>
          <p:nvSpPr>
            <p:cNvPr id="96" name="Freeform: Shape 95">
              <a:extLst>
                <a:ext uri="{FF2B5EF4-FFF2-40B4-BE49-F238E27FC236}">
                  <a16:creationId xmlns:a16="http://schemas.microsoft.com/office/drawing/2014/main" id="{B8029A9A-DFF9-49CE-8CEE-95A6695F396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185391"/>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dirty="0"/>
            </a:p>
          </p:txBody>
        </p:sp>
        <p:sp>
          <p:nvSpPr>
            <p:cNvPr id="97" name="Freeform: Shape 96">
              <a:extLst>
                <a:ext uri="{FF2B5EF4-FFF2-40B4-BE49-F238E27FC236}">
                  <a16:creationId xmlns:a16="http://schemas.microsoft.com/office/drawing/2014/main" id="{6822C2EC-B05D-4CE6-9D59-164769D0ED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244634"/>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98" name="Freeform: Shape 97">
              <a:extLst>
                <a:ext uri="{FF2B5EF4-FFF2-40B4-BE49-F238E27FC236}">
                  <a16:creationId xmlns:a16="http://schemas.microsoft.com/office/drawing/2014/main" id="{53A0760F-F576-4A97-94AF-8BBE590844E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99" name="Freeform: Shape 98">
              <a:extLst>
                <a:ext uri="{FF2B5EF4-FFF2-40B4-BE49-F238E27FC236}">
                  <a16:creationId xmlns:a16="http://schemas.microsoft.com/office/drawing/2014/main" id="{CA76721C-646A-4910-AD1A-BE6B67767C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244634"/>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dirty="0"/>
            </a:p>
          </p:txBody>
        </p:sp>
        <p:sp>
          <p:nvSpPr>
            <p:cNvPr id="100" name="Freeform: Shape 99">
              <a:extLst>
                <a:ext uri="{FF2B5EF4-FFF2-40B4-BE49-F238E27FC236}">
                  <a16:creationId xmlns:a16="http://schemas.microsoft.com/office/drawing/2014/main" id="{065D4766-CAEC-4074-A9E2-6110A12389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101" name="Freeform: Shape 100">
              <a:extLst>
                <a:ext uri="{FF2B5EF4-FFF2-40B4-BE49-F238E27FC236}">
                  <a16:creationId xmlns:a16="http://schemas.microsoft.com/office/drawing/2014/main" id="{4F1A0AC6-319D-49D8-A4FB-17A70E8E89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dirty="0"/>
            </a:p>
          </p:txBody>
        </p:sp>
        <p:sp>
          <p:nvSpPr>
            <p:cNvPr id="102" name="Freeform: Shape 101">
              <a:extLst>
                <a:ext uri="{FF2B5EF4-FFF2-40B4-BE49-F238E27FC236}">
                  <a16:creationId xmlns:a16="http://schemas.microsoft.com/office/drawing/2014/main" id="{79502B48-2B92-45BF-B9AC-1102B38078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24463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03" name="Freeform: Shape 102">
              <a:extLst>
                <a:ext uri="{FF2B5EF4-FFF2-40B4-BE49-F238E27FC236}">
                  <a16:creationId xmlns:a16="http://schemas.microsoft.com/office/drawing/2014/main" id="{6363AFA7-321F-431C-B2FD-ADCB4D24BD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303786"/>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04" name="Freeform: Shape 103">
              <a:extLst>
                <a:ext uri="{FF2B5EF4-FFF2-40B4-BE49-F238E27FC236}">
                  <a16:creationId xmlns:a16="http://schemas.microsoft.com/office/drawing/2014/main" id="{33EDDE1B-7379-4973-8CFD-F3C737104D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05" name="Freeform: Shape 104">
              <a:extLst>
                <a:ext uri="{FF2B5EF4-FFF2-40B4-BE49-F238E27FC236}">
                  <a16:creationId xmlns:a16="http://schemas.microsoft.com/office/drawing/2014/main" id="{1F20B58A-2DB8-46B2-9E93-9C8C817DCD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303786"/>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dirty="0"/>
            </a:p>
          </p:txBody>
        </p:sp>
        <p:sp>
          <p:nvSpPr>
            <p:cNvPr id="106" name="Freeform: Shape 105">
              <a:extLst>
                <a:ext uri="{FF2B5EF4-FFF2-40B4-BE49-F238E27FC236}">
                  <a16:creationId xmlns:a16="http://schemas.microsoft.com/office/drawing/2014/main" id="{A5A3EF12-3DA1-4505-A44B-1B96348873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07" name="Freeform: Shape 106">
              <a:extLst>
                <a:ext uri="{FF2B5EF4-FFF2-40B4-BE49-F238E27FC236}">
                  <a16:creationId xmlns:a16="http://schemas.microsoft.com/office/drawing/2014/main" id="{5B08812B-9264-47E7-8EC8-1233869F6BA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dirty="0"/>
            </a:p>
          </p:txBody>
        </p:sp>
        <p:sp>
          <p:nvSpPr>
            <p:cNvPr id="108" name="Freeform: Shape 107">
              <a:extLst>
                <a:ext uri="{FF2B5EF4-FFF2-40B4-BE49-F238E27FC236}">
                  <a16:creationId xmlns:a16="http://schemas.microsoft.com/office/drawing/2014/main" id="{2A29F226-A243-410B-BEE4-EBA9DD76F8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30378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09" name="Freeform: Shape 108">
              <a:extLst>
                <a:ext uri="{FF2B5EF4-FFF2-40B4-BE49-F238E27FC236}">
                  <a16:creationId xmlns:a16="http://schemas.microsoft.com/office/drawing/2014/main" id="{9DF57348-F837-475C-A7AA-3C7210041E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363028"/>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110" name="Freeform: Shape 109">
              <a:extLst>
                <a:ext uri="{FF2B5EF4-FFF2-40B4-BE49-F238E27FC236}">
                  <a16:creationId xmlns:a16="http://schemas.microsoft.com/office/drawing/2014/main" id="{1E41B89A-9A45-4947-ADB0-9400400498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36302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111" name="Freeform: Shape 110">
              <a:extLst>
                <a:ext uri="{FF2B5EF4-FFF2-40B4-BE49-F238E27FC236}">
                  <a16:creationId xmlns:a16="http://schemas.microsoft.com/office/drawing/2014/main" id="{6C1F1525-32BC-46E1-84E6-C2BB88730B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363028"/>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dirty="0"/>
            </a:p>
          </p:txBody>
        </p:sp>
        <p:sp>
          <p:nvSpPr>
            <p:cNvPr id="112" name="Freeform: Shape 111">
              <a:extLst>
                <a:ext uri="{FF2B5EF4-FFF2-40B4-BE49-F238E27FC236}">
                  <a16:creationId xmlns:a16="http://schemas.microsoft.com/office/drawing/2014/main" id="{C73A8972-BA44-40C6-B045-83E78C4D4A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36302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113" name="Freeform: Shape 112">
              <a:extLst>
                <a:ext uri="{FF2B5EF4-FFF2-40B4-BE49-F238E27FC236}">
                  <a16:creationId xmlns:a16="http://schemas.microsoft.com/office/drawing/2014/main" id="{C196E956-03D1-4F79-826A-A2F5E3DEF1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363027"/>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dirty="0"/>
            </a:p>
          </p:txBody>
        </p:sp>
        <p:sp>
          <p:nvSpPr>
            <p:cNvPr id="114" name="Freeform: Shape 113">
              <a:extLst>
                <a:ext uri="{FF2B5EF4-FFF2-40B4-BE49-F238E27FC236}">
                  <a16:creationId xmlns:a16="http://schemas.microsoft.com/office/drawing/2014/main" id="{ADA7B07B-EAC8-4FA5-B14F-3ABF8BA7A2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363029"/>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15" name="Freeform: Shape 114">
              <a:extLst>
                <a:ext uri="{FF2B5EF4-FFF2-40B4-BE49-F238E27FC236}">
                  <a16:creationId xmlns:a16="http://schemas.microsoft.com/office/drawing/2014/main" id="{93C28672-FF9E-4FE0-AC47-2FDD26CD75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422179"/>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16" name="Freeform: Shape 115">
              <a:extLst>
                <a:ext uri="{FF2B5EF4-FFF2-40B4-BE49-F238E27FC236}">
                  <a16:creationId xmlns:a16="http://schemas.microsoft.com/office/drawing/2014/main" id="{E347BAB3-EA9C-4ADD-AE5E-28F2E3C538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42217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17" name="Freeform: Shape 116">
              <a:extLst>
                <a:ext uri="{FF2B5EF4-FFF2-40B4-BE49-F238E27FC236}">
                  <a16:creationId xmlns:a16="http://schemas.microsoft.com/office/drawing/2014/main" id="{321920C4-EE31-4F03-A0D5-A280D3F4B1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422179"/>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dirty="0"/>
            </a:p>
          </p:txBody>
        </p:sp>
        <p:sp>
          <p:nvSpPr>
            <p:cNvPr id="118" name="Freeform: Shape 117">
              <a:extLst>
                <a:ext uri="{FF2B5EF4-FFF2-40B4-BE49-F238E27FC236}">
                  <a16:creationId xmlns:a16="http://schemas.microsoft.com/office/drawing/2014/main" id="{6EBB3D05-4C78-4F10-8D03-8909DBCFB3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42217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19" name="Freeform: Shape 118">
              <a:extLst>
                <a:ext uri="{FF2B5EF4-FFF2-40B4-BE49-F238E27FC236}">
                  <a16:creationId xmlns:a16="http://schemas.microsoft.com/office/drawing/2014/main" id="{FC65F531-84E4-463F-8791-EB6EDFA63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42218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dirty="0"/>
            </a:p>
          </p:txBody>
        </p:sp>
        <p:sp>
          <p:nvSpPr>
            <p:cNvPr id="120" name="Freeform: Shape 119">
              <a:extLst>
                <a:ext uri="{FF2B5EF4-FFF2-40B4-BE49-F238E27FC236}">
                  <a16:creationId xmlns:a16="http://schemas.microsoft.com/office/drawing/2014/main" id="{A63BB6A3-D482-43F2-9F5F-20E163CC441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21" name="Freeform: Shape 120">
              <a:extLst>
                <a:ext uri="{FF2B5EF4-FFF2-40B4-BE49-F238E27FC236}">
                  <a16:creationId xmlns:a16="http://schemas.microsoft.com/office/drawing/2014/main" id="{ABDCCD34-EB5D-4194-8A28-1424E98AE45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481330"/>
              <a:ext cx="14192" cy="14096"/>
            </a:xfrm>
            <a:custGeom>
              <a:avLst/>
              <a:gdLst>
                <a:gd name="connsiteX0" fmla="*/ 14192 w 14192"/>
                <a:gd name="connsiteY0" fmla="*/ 7049 h 14096"/>
                <a:gd name="connsiteX1" fmla="*/ 7144 w 14192"/>
                <a:gd name="connsiteY1" fmla="*/ 14097 h 14096"/>
                <a:gd name="connsiteX2" fmla="*/ 0 w 14192"/>
                <a:gd name="connsiteY2" fmla="*/ 7049 h 14096"/>
                <a:gd name="connsiteX3" fmla="*/ 7049 w 14192"/>
                <a:gd name="connsiteY3" fmla="*/ 0 h 14096"/>
                <a:gd name="connsiteX4" fmla="*/ 14192 w 14192"/>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9"/>
                  </a:moveTo>
                  <a:cubicBezTo>
                    <a:pt x="14192" y="10954"/>
                    <a:pt x="11049" y="14097"/>
                    <a:pt x="7144" y="14097"/>
                  </a:cubicBezTo>
                  <a:cubicBezTo>
                    <a:pt x="3239" y="14097"/>
                    <a:pt x="0" y="11049"/>
                    <a:pt x="0" y="7049"/>
                  </a:cubicBezTo>
                  <a:cubicBezTo>
                    <a:pt x="0" y="3048"/>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dirty="0"/>
            </a:p>
          </p:txBody>
        </p:sp>
        <p:sp>
          <p:nvSpPr>
            <p:cNvPr id="122" name="Freeform: Shape 121">
              <a:extLst>
                <a:ext uri="{FF2B5EF4-FFF2-40B4-BE49-F238E27FC236}">
                  <a16:creationId xmlns:a16="http://schemas.microsoft.com/office/drawing/2014/main" id="{F058544E-163D-4FFF-9A69-0B3A3F2D66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48133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dirty="0"/>
            </a:p>
          </p:txBody>
        </p:sp>
        <p:sp>
          <p:nvSpPr>
            <p:cNvPr id="123" name="Freeform: Shape 122">
              <a:extLst>
                <a:ext uri="{FF2B5EF4-FFF2-40B4-BE49-F238E27FC236}">
                  <a16:creationId xmlns:a16="http://schemas.microsoft.com/office/drawing/2014/main" id="{11041486-0577-4F0E-8DD5-5E20E26729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dirty="0"/>
            </a:p>
          </p:txBody>
        </p:sp>
        <p:sp>
          <p:nvSpPr>
            <p:cNvPr id="124" name="Freeform: Shape 123">
              <a:extLst>
                <a:ext uri="{FF2B5EF4-FFF2-40B4-BE49-F238E27FC236}">
                  <a16:creationId xmlns:a16="http://schemas.microsoft.com/office/drawing/2014/main" id="{71D11099-C84E-43AC-9F20-92460E1708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dirty="0"/>
            </a:p>
          </p:txBody>
        </p:sp>
        <p:sp>
          <p:nvSpPr>
            <p:cNvPr id="125" name="Freeform: Shape 124">
              <a:extLst>
                <a:ext uri="{FF2B5EF4-FFF2-40B4-BE49-F238E27FC236}">
                  <a16:creationId xmlns:a16="http://schemas.microsoft.com/office/drawing/2014/main" id="{E598FB87-8AFF-4C56-9E2C-776F4641E9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dirty="0"/>
            </a:p>
          </p:txBody>
        </p:sp>
        <p:sp>
          <p:nvSpPr>
            <p:cNvPr id="126" name="Freeform: Shape 125">
              <a:extLst>
                <a:ext uri="{FF2B5EF4-FFF2-40B4-BE49-F238E27FC236}">
                  <a16:creationId xmlns:a16="http://schemas.microsoft.com/office/drawing/2014/main" id="{7701E761-16DE-4350-9718-DD81B37FB9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48133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dirty="0"/>
            </a:p>
          </p:txBody>
        </p:sp>
        <p:sp>
          <p:nvSpPr>
            <p:cNvPr id="127" name="Freeform: Shape 126">
              <a:extLst>
                <a:ext uri="{FF2B5EF4-FFF2-40B4-BE49-F238E27FC236}">
                  <a16:creationId xmlns:a16="http://schemas.microsoft.com/office/drawing/2014/main" id="{552E747F-E415-4348-A11A-4CABCB64B5F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dirty="0"/>
            </a:p>
          </p:txBody>
        </p:sp>
        <p:sp>
          <p:nvSpPr>
            <p:cNvPr id="128" name="Freeform: Shape 127">
              <a:extLst>
                <a:ext uri="{FF2B5EF4-FFF2-40B4-BE49-F238E27FC236}">
                  <a16:creationId xmlns:a16="http://schemas.microsoft.com/office/drawing/2014/main" id="{C6472F13-E6DE-4469-9563-F478261B6E6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54057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dirty="0"/>
            </a:p>
          </p:txBody>
        </p:sp>
        <p:sp>
          <p:nvSpPr>
            <p:cNvPr id="129" name="Freeform: Shape 128">
              <a:extLst>
                <a:ext uri="{FF2B5EF4-FFF2-40B4-BE49-F238E27FC236}">
                  <a16:creationId xmlns:a16="http://schemas.microsoft.com/office/drawing/2014/main" id="{5C72FE15-910B-4622-A14C-AFA2DFCC028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540575"/>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dirty="0"/>
            </a:p>
          </p:txBody>
        </p:sp>
        <p:sp>
          <p:nvSpPr>
            <p:cNvPr id="130" name="Freeform: Shape 129">
              <a:extLst>
                <a:ext uri="{FF2B5EF4-FFF2-40B4-BE49-F238E27FC236}">
                  <a16:creationId xmlns:a16="http://schemas.microsoft.com/office/drawing/2014/main" id="{BAB8F759-DEFA-4D35-B76E-6D3034FB77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31" name="Freeform: Shape 130">
              <a:extLst>
                <a:ext uri="{FF2B5EF4-FFF2-40B4-BE49-F238E27FC236}">
                  <a16:creationId xmlns:a16="http://schemas.microsoft.com/office/drawing/2014/main" id="{A1BBCEBD-DCE2-4354-B878-49ABEC367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32" name="Freeform: Shape 131">
              <a:extLst>
                <a:ext uri="{FF2B5EF4-FFF2-40B4-BE49-F238E27FC236}">
                  <a16:creationId xmlns:a16="http://schemas.microsoft.com/office/drawing/2014/main" id="{2CBB3A18-0021-403F-8E24-8805829B42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33" name="Freeform: Shape 132">
              <a:extLst>
                <a:ext uri="{FF2B5EF4-FFF2-40B4-BE49-F238E27FC236}">
                  <a16:creationId xmlns:a16="http://schemas.microsoft.com/office/drawing/2014/main" id="{8FDF7AAC-1EC6-4409-90AB-DBB984883D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540575"/>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dirty="0"/>
            </a:p>
          </p:txBody>
        </p:sp>
        <p:sp>
          <p:nvSpPr>
            <p:cNvPr id="134" name="Freeform: Shape 133">
              <a:extLst>
                <a:ext uri="{FF2B5EF4-FFF2-40B4-BE49-F238E27FC236}">
                  <a16:creationId xmlns:a16="http://schemas.microsoft.com/office/drawing/2014/main" id="{5B9999E8-7D25-4049-8328-685B556DC6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35" name="Freeform: Shape 134">
              <a:extLst>
                <a:ext uri="{FF2B5EF4-FFF2-40B4-BE49-F238E27FC236}">
                  <a16:creationId xmlns:a16="http://schemas.microsoft.com/office/drawing/2014/main" id="{E77FC8A9-DEAE-424D-B460-12E0F3268DC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59972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dirty="0"/>
            </a:p>
          </p:txBody>
        </p:sp>
        <p:sp>
          <p:nvSpPr>
            <p:cNvPr id="136" name="Freeform: Shape 135">
              <a:extLst>
                <a:ext uri="{FF2B5EF4-FFF2-40B4-BE49-F238E27FC236}">
                  <a16:creationId xmlns:a16="http://schemas.microsoft.com/office/drawing/2014/main" id="{54F9C69A-0DCF-444A-B970-32B4120483D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599725"/>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37" name="Freeform: Shape 136">
              <a:extLst>
                <a:ext uri="{FF2B5EF4-FFF2-40B4-BE49-F238E27FC236}">
                  <a16:creationId xmlns:a16="http://schemas.microsoft.com/office/drawing/2014/main" id="{8BD94DDA-54FF-48EE-9DAC-C0EA6F91D4A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38" name="Freeform: Shape 137">
              <a:extLst>
                <a:ext uri="{FF2B5EF4-FFF2-40B4-BE49-F238E27FC236}">
                  <a16:creationId xmlns:a16="http://schemas.microsoft.com/office/drawing/2014/main" id="{E18A6989-0132-4CB7-BB68-EEBC4E0806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39" name="Freeform: Shape 138">
              <a:extLst>
                <a:ext uri="{FF2B5EF4-FFF2-40B4-BE49-F238E27FC236}">
                  <a16:creationId xmlns:a16="http://schemas.microsoft.com/office/drawing/2014/main" id="{A1357332-D19F-4C2B-B474-21D5539B90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40" name="Freeform: Shape 139">
              <a:extLst>
                <a:ext uri="{FF2B5EF4-FFF2-40B4-BE49-F238E27FC236}">
                  <a16:creationId xmlns:a16="http://schemas.microsoft.com/office/drawing/2014/main" id="{295C7590-8B80-428C-95A9-638B2654257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599725"/>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41" name="Freeform: Shape 140">
              <a:extLst>
                <a:ext uri="{FF2B5EF4-FFF2-40B4-BE49-F238E27FC236}">
                  <a16:creationId xmlns:a16="http://schemas.microsoft.com/office/drawing/2014/main" id="{CA0E8A31-7520-4726-9D96-43BA87407E0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42" name="Freeform: Shape 141">
              <a:extLst>
                <a:ext uri="{FF2B5EF4-FFF2-40B4-BE49-F238E27FC236}">
                  <a16:creationId xmlns:a16="http://schemas.microsoft.com/office/drawing/2014/main" id="{9407EEE0-5D8E-4CCC-A91B-0CB523227CF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3" y="3658968"/>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dirty="0"/>
            </a:p>
          </p:txBody>
        </p:sp>
        <p:sp>
          <p:nvSpPr>
            <p:cNvPr id="143" name="Freeform: Shape 142">
              <a:extLst>
                <a:ext uri="{FF2B5EF4-FFF2-40B4-BE49-F238E27FC236}">
                  <a16:creationId xmlns:a16="http://schemas.microsoft.com/office/drawing/2014/main" id="{3799DFCC-868B-4257-B530-8E8D616CC5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99" y="365896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44" name="Freeform: Shape 143">
              <a:extLst>
                <a:ext uri="{FF2B5EF4-FFF2-40B4-BE49-F238E27FC236}">
                  <a16:creationId xmlns:a16="http://schemas.microsoft.com/office/drawing/2014/main" id="{F7F5EEB5-FE82-45A8-97C4-88460ABAFB3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49"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45" name="Freeform: Shape 144">
              <a:extLst>
                <a:ext uri="{FF2B5EF4-FFF2-40B4-BE49-F238E27FC236}">
                  <a16:creationId xmlns:a16="http://schemas.microsoft.com/office/drawing/2014/main" id="{CD76E4C7-EB07-499D-9BC3-FF39C8B613F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46" name="Freeform: Shape 145">
              <a:extLst>
                <a:ext uri="{FF2B5EF4-FFF2-40B4-BE49-F238E27FC236}">
                  <a16:creationId xmlns:a16="http://schemas.microsoft.com/office/drawing/2014/main" id="{86EFDF8D-E5F7-4EB8-B8DA-3CC7E21D88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5"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47" name="Freeform: Shape 146">
              <a:extLst>
                <a:ext uri="{FF2B5EF4-FFF2-40B4-BE49-F238E27FC236}">
                  <a16:creationId xmlns:a16="http://schemas.microsoft.com/office/drawing/2014/main" id="{2CA6506B-EACA-4FB2-81AB-E028F44786F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0" y="3658968"/>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48" name="Freeform: Shape 147">
              <a:extLst>
                <a:ext uri="{FF2B5EF4-FFF2-40B4-BE49-F238E27FC236}">
                  <a16:creationId xmlns:a16="http://schemas.microsoft.com/office/drawing/2014/main" id="{193E4771-2787-4901-93D8-7E90F3F479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49" name="Freeform: Shape 148">
              <a:extLst>
                <a:ext uri="{FF2B5EF4-FFF2-40B4-BE49-F238E27FC236}">
                  <a16:creationId xmlns:a16="http://schemas.microsoft.com/office/drawing/2014/main" id="{0EA31773-15F1-4605-8787-6891ABB2118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718118"/>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dirty="0"/>
            </a:p>
          </p:txBody>
        </p:sp>
        <p:sp>
          <p:nvSpPr>
            <p:cNvPr id="150" name="Freeform: Shape 149">
              <a:extLst>
                <a:ext uri="{FF2B5EF4-FFF2-40B4-BE49-F238E27FC236}">
                  <a16:creationId xmlns:a16="http://schemas.microsoft.com/office/drawing/2014/main" id="{1302C213-2CD5-4168-9534-111E6E81A8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71811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51" name="Freeform: Shape 150">
              <a:extLst>
                <a:ext uri="{FF2B5EF4-FFF2-40B4-BE49-F238E27FC236}">
                  <a16:creationId xmlns:a16="http://schemas.microsoft.com/office/drawing/2014/main" id="{B9B36C24-2336-41FD-BAC4-6CD69DFD55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52" name="Freeform: Shape 151">
              <a:extLst>
                <a:ext uri="{FF2B5EF4-FFF2-40B4-BE49-F238E27FC236}">
                  <a16:creationId xmlns:a16="http://schemas.microsoft.com/office/drawing/2014/main" id="{CA3AFAFE-D376-4A7B-928B-833531472D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6"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53" name="Freeform: Shape 152">
              <a:extLst>
                <a:ext uri="{FF2B5EF4-FFF2-40B4-BE49-F238E27FC236}">
                  <a16:creationId xmlns:a16="http://schemas.microsoft.com/office/drawing/2014/main" id="{7C685A00-A4F7-4250-BAAA-70978DADE4E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54" name="Freeform: Shape 153">
              <a:extLst>
                <a:ext uri="{FF2B5EF4-FFF2-40B4-BE49-F238E27FC236}">
                  <a16:creationId xmlns:a16="http://schemas.microsoft.com/office/drawing/2014/main" id="{E52682F3-EDD5-4BDC-BB19-A4540873A8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718118"/>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55" name="Freeform: Shape 154">
              <a:extLst>
                <a:ext uri="{FF2B5EF4-FFF2-40B4-BE49-F238E27FC236}">
                  <a16:creationId xmlns:a16="http://schemas.microsoft.com/office/drawing/2014/main" id="{2C5E1880-CFBA-4547-9C23-6D2C433048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56" name="Freeform: Shape 155">
              <a:extLst>
                <a:ext uri="{FF2B5EF4-FFF2-40B4-BE49-F238E27FC236}">
                  <a16:creationId xmlns:a16="http://schemas.microsoft.com/office/drawing/2014/main" id="{439AAF4F-2AAD-4A02-A7FA-FE28D52869A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7" y="3777362"/>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dirty="0"/>
            </a:p>
          </p:txBody>
        </p:sp>
        <p:sp>
          <p:nvSpPr>
            <p:cNvPr id="157" name="Freeform: Shape 156">
              <a:extLst>
                <a:ext uri="{FF2B5EF4-FFF2-40B4-BE49-F238E27FC236}">
                  <a16:creationId xmlns:a16="http://schemas.microsoft.com/office/drawing/2014/main" id="{05614144-9309-41ED-8E05-839A6EEFF8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1" y="3777362"/>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dirty="0"/>
            </a:p>
          </p:txBody>
        </p:sp>
        <p:sp>
          <p:nvSpPr>
            <p:cNvPr id="158" name="Freeform: Shape 157">
              <a:extLst>
                <a:ext uri="{FF2B5EF4-FFF2-40B4-BE49-F238E27FC236}">
                  <a16:creationId xmlns:a16="http://schemas.microsoft.com/office/drawing/2014/main" id="{24324D6F-A81D-45F2-BA36-C53F1AB0C67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3"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159" name="Freeform: Shape 158">
              <a:extLst>
                <a:ext uri="{FF2B5EF4-FFF2-40B4-BE49-F238E27FC236}">
                  <a16:creationId xmlns:a16="http://schemas.microsoft.com/office/drawing/2014/main" id="{6B00668D-07BC-47CF-9D1E-F94EC7C56F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701"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160" name="Freeform: Shape 159">
              <a:extLst>
                <a:ext uri="{FF2B5EF4-FFF2-40B4-BE49-F238E27FC236}">
                  <a16:creationId xmlns:a16="http://schemas.microsoft.com/office/drawing/2014/main" id="{BCF78A89-29F2-4973-8463-DF3C57EFB4F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54"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161" name="Freeform: Shape 160">
              <a:extLst>
                <a:ext uri="{FF2B5EF4-FFF2-40B4-BE49-F238E27FC236}">
                  <a16:creationId xmlns:a16="http://schemas.microsoft.com/office/drawing/2014/main" id="{F5BCB645-FB02-40FC-99A4-06CA3F1B28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102" y="3777362"/>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dirty="0"/>
            </a:p>
          </p:txBody>
        </p:sp>
        <p:sp>
          <p:nvSpPr>
            <p:cNvPr id="162" name="Freeform: Shape 161">
              <a:extLst>
                <a:ext uri="{FF2B5EF4-FFF2-40B4-BE49-F238E27FC236}">
                  <a16:creationId xmlns:a16="http://schemas.microsoft.com/office/drawing/2014/main" id="{F6115A3A-2FBE-4633-A426-37D05BC071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50"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163" name="Freeform: Shape 162">
              <a:extLst>
                <a:ext uri="{FF2B5EF4-FFF2-40B4-BE49-F238E27FC236}">
                  <a16:creationId xmlns:a16="http://schemas.microsoft.com/office/drawing/2014/main" id="{AEFD8D2F-B95A-4C0A-AE85-53171B29F5F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481330"/>
              <a:ext cx="14097" cy="14096"/>
            </a:xfrm>
            <a:custGeom>
              <a:avLst/>
              <a:gdLst>
                <a:gd name="connsiteX0" fmla="*/ 14097 w 14097"/>
                <a:gd name="connsiteY0" fmla="*/ 7049 h 14096"/>
                <a:gd name="connsiteX1" fmla="*/ 7049 w 14097"/>
                <a:gd name="connsiteY1" fmla="*/ 14097 h 14096"/>
                <a:gd name="connsiteX2" fmla="*/ 0 w 14097"/>
                <a:gd name="connsiteY2" fmla="*/ 7049 h 14096"/>
                <a:gd name="connsiteX3" fmla="*/ 7049 w 14097"/>
                <a:gd name="connsiteY3" fmla="*/ 0 h 14096"/>
                <a:gd name="connsiteX4" fmla="*/ 14097 w 14097"/>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9"/>
                  </a:moveTo>
                  <a:cubicBezTo>
                    <a:pt x="14097" y="10954"/>
                    <a:pt x="10954" y="14097"/>
                    <a:pt x="7049" y="14097"/>
                  </a:cubicBezTo>
                  <a:cubicBezTo>
                    <a:pt x="3143" y="14097"/>
                    <a:pt x="0" y="10954"/>
                    <a:pt x="0" y="7049"/>
                  </a:cubicBezTo>
                  <a:cubicBezTo>
                    <a:pt x="0" y="3143"/>
                    <a:pt x="3143" y="0"/>
                    <a:pt x="7049" y="0"/>
                  </a:cubicBezTo>
                  <a:cubicBezTo>
                    <a:pt x="10954" y="0"/>
                    <a:pt x="14097" y="3143"/>
                    <a:pt x="14097" y="7049"/>
                  </a:cubicBezTo>
                  <a:close/>
                </a:path>
              </a:pathLst>
            </a:custGeom>
            <a:grpFill/>
            <a:ln w="9525" cap="flat">
              <a:noFill/>
              <a:prstDash val="solid"/>
              <a:miter/>
            </a:ln>
          </p:spPr>
          <p:txBody>
            <a:bodyPr rtlCol="0" anchor="ctr"/>
            <a:lstStyle/>
            <a:p>
              <a:endParaRPr lang="en-US" dirty="0"/>
            </a:p>
          </p:txBody>
        </p:sp>
        <p:sp>
          <p:nvSpPr>
            <p:cNvPr id="164" name="Freeform: Shape 163">
              <a:extLst>
                <a:ext uri="{FF2B5EF4-FFF2-40B4-BE49-F238E27FC236}">
                  <a16:creationId xmlns:a16="http://schemas.microsoft.com/office/drawing/2014/main" id="{4DD4F397-1F35-4E06-8EC1-8F58C51912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dirty="0"/>
            </a:p>
          </p:txBody>
        </p:sp>
        <p:sp>
          <p:nvSpPr>
            <p:cNvPr id="165" name="Freeform: Shape 164">
              <a:extLst>
                <a:ext uri="{FF2B5EF4-FFF2-40B4-BE49-F238E27FC236}">
                  <a16:creationId xmlns:a16="http://schemas.microsoft.com/office/drawing/2014/main" id="{B031E5E0-C77D-49F7-ADF2-258D23052D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481330"/>
              <a:ext cx="14096" cy="14096"/>
            </a:xfrm>
            <a:custGeom>
              <a:avLst/>
              <a:gdLst>
                <a:gd name="connsiteX0" fmla="*/ 14097 w 14096"/>
                <a:gd name="connsiteY0" fmla="*/ 7049 h 14096"/>
                <a:gd name="connsiteX1" fmla="*/ 7049 w 14096"/>
                <a:gd name="connsiteY1" fmla="*/ 14097 h 14096"/>
                <a:gd name="connsiteX2" fmla="*/ 0 w 14096"/>
                <a:gd name="connsiteY2" fmla="*/ 7049 h 14096"/>
                <a:gd name="connsiteX3" fmla="*/ 7049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9" y="14097"/>
                  </a:cubicBezTo>
                  <a:cubicBezTo>
                    <a:pt x="3143" y="14097"/>
                    <a:pt x="0" y="10954"/>
                    <a:pt x="0" y="7049"/>
                  </a:cubicBezTo>
                  <a:cubicBezTo>
                    <a:pt x="0" y="3143"/>
                    <a:pt x="3143" y="0"/>
                    <a:pt x="7049" y="0"/>
                  </a:cubicBezTo>
                  <a:cubicBezTo>
                    <a:pt x="10859" y="0"/>
                    <a:pt x="14097" y="3143"/>
                    <a:pt x="14097" y="7049"/>
                  </a:cubicBezTo>
                  <a:close/>
                </a:path>
              </a:pathLst>
            </a:custGeom>
            <a:grpFill/>
            <a:ln w="9525" cap="flat">
              <a:noFill/>
              <a:prstDash val="solid"/>
              <a:miter/>
            </a:ln>
          </p:spPr>
          <p:txBody>
            <a:bodyPr rtlCol="0" anchor="ctr"/>
            <a:lstStyle/>
            <a:p>
              <a:endParaRPr lang="en-US" dirty="0"/>
            </a:p>
          </p:txBody>
        </p:sp>
        <p:sp>
          <p:nvSpPr>
            <p:cNvPr id="166" name="Freeform: Shape 165">
              <a:extLst>
                <a:ext uri="{FF2B5EF4-FFF2-40B4-BE49-F238E27FC236}">
                  <a16:creationId xmlns:a16="http://schemas.microsoft.com/office/drawing/2014/main" id="{3F044DE9-FE64-4C30-8191-7E1547880C4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dirty="0"/>
            </a:p>
          </p:txBody>
        </p:sp>
        <p:sp>
          <p:nvSpPr>
            <p:cNvPr id="167" name="Freeform: Shape 166">
              <a:extLst>
                <a:ext uri="{FF2B5EF4-FFF2-40B4-BE49-F238E27FC236}">
                  <a16:creationId xmlns:a16="http://schemas.microsoft.com/office/drawing/2014/main" id="{9B18BCEB-85ED-4077-ACB7-FEB2F64432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858" y="0"/>
                    <a:pt x="14097" y="3143"/>
                    <a:pt x="14097" y="7049"/>
                  </a:cubicBezTo>
                  <a:close/>
                </a:path>
              </a:pathLst>
            </a:custGeom>
            <a:grpFill/>
            <a:ln w="9525" cap="flat">
              <a:noFill/>
              <a:prstDash val="solid"/>
              <a:miter/>
            </a:ln>
          </p:spPr>
          <p:txBody>
            <a:bodyPr rtlCol="0" anchor="ctr"/>
            <a:lstStyle/>
            <a:p>
              <a:endParaRPr lang="en-US" dirty="0"/>
            </a:p>
          </p:txBody>
        </p:sp>
        <p:sp>
          <p:nvSpPr>
            <p:cNvPr id="168" name="Freeform: Shape 167">
              <a:extLst>
                <a:ext uri="{FF2B5EF4-FFF2-40B4-BE49-F238E27FC236}">
                  <a16:creationId xmlns:a16="http://schemas.microsoft.com/office/drawing/2014/main" id="{00C0927E-2CCF-4F8E-8A54-22B8A93C97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48132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dirty="0"/>
            </a:p>
          </p:txBody>
        </p:sp>
        <p:sp>
          <p:nvSpPr>
            <p:cNvPr id="169" name="Freeform: Shape 168">
              <a:extLst>
                <a:ext uri="{FF2B5EF4-FFF2-40B4-BE49-F238E27FC236}">
                  <a16:creationId xmlns:a16="http://schemas.microsoft.com/office/drawing/2014/main" id="{D0C3350E-04F5-4FED-9991-4DD964E099D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54057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70" name="Freeform: Shape 169">
              <a:extLst>
                <a:ext uri="{FF2B5EF4-FFF2-40B4-BE49-F238E27FC236}">
                  <a16:creationId xmlns:a16="http://schemas.microsoft.com/office/drawing/2014/main" id="{F43D0338-A6C9-4866-8D0C-072664518E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5405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71" name="Freeform: Shape 170">
              <a:extLst>
                <a:ext uri="{FF2B5EF4-FFF2-40B4-BE49-F238E27FC236}">
                  <a16:creationId xmlns:a16="http://schemas.microsoft.com/office/drawing/2014/main" id="{40EA171B-27E2-4100-9D5F-123CF6E7F9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540584"/>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dirty="0"/>
            </a:p>
          </p:txBody>
        </p:sp>
        <p:sp>
          <p:nvSpPr>
            <p:cNvPr id="172" name="Freeform: Shape 171">
              <a:extLst>
                <a:ext uri="{FF2B5EF4-FFF2-40B4-BE49-F238E27FC236}">
                  <a16:creationId xmlns:a16="http://schemas.microsoft.com/office/drawing/2014/main" id="{22FD540C-F3DF-40F5-B2BE-BBD113EF4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54058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73" name="Freeform: Shape 172">
              <a:extLst>
                <a:ext uri="{FF2B5EF4-FFF2-40B4-BE49-F238E27FC236}">
                  <a16:creationId xmlns:a16="http://schemas.microsoft.com/office/drawing/2014/main" id="{57768D93-FAD4-4236-969B-B8EE8E88F3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5405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dirty="0"/>
            </a:p>
          </p:txBody>
        </p:sp>
        <p:sp>
          <p:nvSpPr>
            <p:cNvPr id="174" name="Freeform: Shape 173">
              <a:extLst>
                <a:ext uri="{FF2B5EF4-FFF2-40B4-BE49-F238E27FC236}">
                  <a16:creationId xmlns:a16="http://schemas.microsoft.com/office/drawing/2014/main" id="{0F5E0490-21C2-4EF6-950D-38814F32C2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540588"/>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dirty="0"/>
            </a:p>
          </p:txBody>
        </p:sp>
        <p:sp>
          <p:nvSpPr>
            <p:cNvPr id="175" name="Freeform: Shape 174">
              <a:extLst>
                <a:ext uri="{FF2B5EF4-FFF2-40B4-BE49-F238E27FC236}">
                  <a16:creationId xmlns:a16="http://schemas.microsoft.com/office/drawing/2014/main" id="{8E981C9B-710F-4034-AE82-28B1B07245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599737"/>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76" name="Freeform: Shape 175">
              <a:extLst>
                <a:ext uri="{FF2B5EF4-FFF2-40B4-BE49-F238E27FC236}">
                  <a16:creationId xmlns:a16="http://schemas.microsoft.com/office/drawing/2014/main" id="{CC62C2CC-DBAE-4877-8F55-02FE00AE811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77" name="Freeform: Shape 176">
              <a:extLst>
                <a:ext uri="{FF2B5EF4-FFF2-40B4-BE49-F238E27FC236}">
                  <a16:creationId xmlns:a16="http://schemas.microsoft.com/office/drawing/2014/main" id="{D8F57D8B-1988-441F-9DAE-A525DA5E9D9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599737"/>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dirty="0"/>
            </a:p>
          </p:txBody>
        </p:sp>
        <p:sp>
          <p:nvSpPr>
            <p:cNvPr id="178" name="Freeform: Shape 177">
              <a:extLst>
                <a:ext uri="{FF2B5EF4-FFF2-40B4-BE49-F238E27FC236}">
                  <a16:creationId xmlns:a16="http://schemas.microsoft.com/office/drawing/2014/main" id="{6715F028-3A13-4D5F-86C4-74C0AD81D6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79" name="Freeform: Shape 178">
              <a:extLst>
                <a:ext uri="{FF2B5EF4-FFF2-40B4-BE49-F238E27FC236}">
                  <a16:creationId xmlns:a16="http://schemas.microsoft.com/office/drawing/2014/main" id="{DC6C9B50-47B3-44E7-B897-43D010A189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59973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dirty="0"/>
            </a:p>
          </p:txBody>
        </p:sp>
        <p:sp>
          <p:nvSpPr>
            <p:cNvPr id="180" name="Freeform: Shape 179">
              <a:extLst>
                <a:ext uri="{FF2B5EF4-FFF2-40B4-BE49-F238E27FC236}">
                  <a16:creationId xmlns:a16="http://schemas.microsoft.com/office/drawing/2014/main" id="{F3F602F0-702E-4D5F-A4FC-0E602C02B9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81" name="Freeform: Shape 180">
              <a:extLst>
                <a:ext uri="{FF2B5EF4-FFF2-40B4-BE49-F238E27FC236}">
                  <a16:creationId xmlns:a16="http://schemas.microsoft.com/office/drawing/2014/main" id="{9F379870-B34C-4DFC-9F0A-BDAB8C89FE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65898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82" name="Freeform: Shape 181">
              <a:extLst>
                <a:ext uri="{FF2B5EF4-FFF2-40B4-BE49-F238E27FC236}">
                  <a16:creationId xmlns:a16="http://schemas.microsoft.com/office/drawing/2014/main" id="{641092AC-FED1-4D1D-B57C-0AC883CA95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83" name="Freeform: Shape 182">
              <a:extLst>
                <a:ext uri="{FF2B5EF4-FFF2-40B4-BE49-F238E27FC236}">
                  <a16:creationId xmlns:a16="http://schemas.microsoft.com/office/drawing/2014/main" id="{EA8A0B5E-5BB1-46AF-AC31-7D3756F354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658981"/>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dirty="0"/>
            </a:p>
          </p:txBody>
        </p:sp>
        <p:sp>
          <p:nvSpPr>
            <p:cNvPr id="184" name="Freeform: Shape 183">
              <a:extLst>
                <a:ext uri="{FF2B5EF4-FFF2-40B4-BE49-F238E27FC236}">
                  <a16:creationId xmlns:a16="http://schemas.microsoft.com/office/drawing/2014/main" id="{1C519384-2192-432B-B768-64B4BC2DA98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85" name="Freeform: Shape 184">
              <a:extLst>
                <a:ext uri="{FF2B5EF4-FFF2-40B4-BE49-F238E27FC236}">
                  <a16:creationId xmlns:a16="http://schemas.microsoft.com/office/drawing/2014/main" id="{13C77A9D-44F0-4289-A611-D8AF813570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dirty="0"/>
            </a:p>
          </p:txBody>
        </p:sp>
        <p:sp>
          <p:nvSpPr>
            <p:cNvPr id="186" name="Freeform: Shape 185">
              <a:extLst>
                <a:ext uri="{FF2B5EF4-FFF2-40B4-BE49-F238E27FC236}">
                  <a16:creationId xmlns:a16="http://schemas.microsoft.com/office/drawing/2014/main" id="{0A54AEDC-E418-4E02-A713-6CE30C0CDD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41" y="365897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87" name="Freeform: Shape 186">
              <a:extLst>
                <a:ext uri="{FF2B5EF4-FFF2-40B4-BE49-F238E27FC236}">
                  <a16:creationId xmlns:a16="http://schemas.microsoft.com/office/drawing/2014/main" id="{24FECFE3-9F31-47B0-B17F-CF2A1CEE85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9" y="3718130"/>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88" name="Freeform: Shape 187">
              <a:extLst>
                <a:ext uri="{FF2B5EF4-FFF2-40B4-BE49-F238E27FC236}">
                  <a16:creationId xmlns:a16="http://schemas.microsoft.com/office/drawing/2014/main" id="{68167DF4-8B16-419B-B7BA-2FD5FF6CC8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50" y="371813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89" name="Freeform: Shape 188">
              <a:extLst>
                <a:ext uri="{FF2B5EF4-FFF2-40B4-BE49-F238E27FC236}">
                  <a16:creationId xmlns:a16="http://schemas.microsoft.com/office/drawing/2014/main" id="{A543D24F-44C0-4DDF-A30E-8C8407548F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5" y="3718130"/>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dirty="0"/>
            </a:p>
          </p:txBody>
        </p:sp>
        <p:sp>
          <p:nvSpPr>
            <p:cNvPr id="190" name="Freeform: Shape 189">
              <a:extLst>
                <a:ext uri="{FF2B5EF4-FFF2-40B4-BE49-F238E27FC236}">
                  <a16:creationId xmlns:a16="http://schemas.microsoft.com/office/drawing/2014/main" id="{63DEAE3C-3931-41EE-B4A1-F9385602BE1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5" y="371813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91" name="Freeform: Shape 190">
              <a:extLst>
                <a:ext uri="{FF2B5EF4-FFF2-40B4-BE49-F238E27FC236}">
                  <a16:creationId xmlns:a16="http://schemas.microsoft.com/office/drawing/2014/main" id="{B11945CD-32F6-4C09-82AF-5510512312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92" y="371812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dirty="0"/>
            </a:p>
          </p:txBody>
        </p:sp>
        <p:sp>
          <p:nvSpPr>
            <p:cNvPr id="192" name="Freeform: Shape 191">
              <a:extLst>
                <a:ext uri="{FF2B5EF4-FFF2-40B4-BE49-F238E27FC236}">
                  <a16:creationId xmlns:a16="http://schemas.microsoft.com/office/drawing/2014/main" id="{9109F44F-512F-4792-AED2-ECA80DDE16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40" y="371813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dirty="0"/>
            </a:p>
          </p:txBody>
        </p:sp>
        <p:sp>
          <p:nvSpPr>
            <p:cNvPr id="193" name="Freeform: Shape 192">
              <a:extLst>
                <a:ext uri="{FF2B5EF4-FFF2-40B4-BE49-F238E27FC236}">
                  <a16:creationId xmlns:a16="http://schemas.microsoft.com/office/drawing/2014/main" id="{29B9E19B-BC56-46F2-BFFF-1688CEA55A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777375"/>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194" name="Freeform: Shape 193">
              <a:extLst>
                <a:ext uri="{FF2B5EF4-FFF2-40B4-BE49-F238E27FC236}">
                  <a16:creationId xmlns:a16="http://schemas.microsoft.com/office/drawing/2014/main" id="{F573BDDE-4AED-43FB-B8D1-B5F3708931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50" y="377737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195" name="Freeform: Shape 194">
              <a:extLst>
                <a:ext uri="{FF2B5EF4-FFF2-40B4-BE49-F238E27FC236}">
                  <a16:creationId xmlns:a16="http://schemas.microsoft.com/office/drawing/2014/main" id="{EFFDA684-6DFF-4629-830E-6F2ACAB8C3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6" y="3777375"/>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dirty="0"/>
            </a:p>
          </p:txBody>
        </p:sp>
        <p:sp>
          <p:nvSpPr>
            <p:cNvPr id="196" name="Freeform: Shape 195">
              <a:extLst>
                <a:ext uri="{FF2B5EF4-FFF2-40B4-BE49-F238E27FC236}">
                  <a16:creationId xmlns:a16="http://schemas.microsoft.com/office/drawing/2014/main" id="{92E23250-6349-4726-AF61-08A57B3A2E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55" y="377735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dirty="0"/>
            </a:p>
          </p:txBody>
        </p:sp>
        <p:sp>
          <p:nvSpPr>
            <p:cNvPr id="197" name="Freeform: Shape 196">
              <a:extLst>
                <a:ext uri="{FF2B5EF4-FFF2-40B4-BE49-F238E27FC236}">
                  <a16:creationId xmlns:a16="http://schemas.microsoft.com/office/drawing/2014/main" id="{8536AAE6-5497-4B0A-9C9F-4EAA1BB322B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314" y="377745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dirty="0"/>
            </a:p>
          </p:txBody>
        </p:sp>
        <p:sp>
          <p:nvSpPr>
            <p:cNvPr id="198" name="Freeform: Shape 197">
              <a:extLst>
                <a:ext uri="{FF2B5EF4-FFF2-40B4-BE49-F238E27FC236}">
                  <a16:creationId xmlns:a16="http://schemas.microsoft.com/office/drawing/2014/main" id="{52B72898-B9DE-4574-BB20-0C317954D4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4" y="377742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dirty="0"/>
            </a:p>
          </p:txBody>
        </p:sp>
      </p:grpSp>
      <p:sp>
        <p:nvSpPr>
          <p:cNvPr id="6" name="CuadroTexto 5">
            <a:extLst>
              <a:ext uri="{FF2B5EF4-FFF2-40B4-BE49-F238E27FC236}">
                <a16:creationId xmlns:a16="http://schemas.microsoft.com/office/drawing/2014/main" id="{C843CE9A-3BE8-AC3E-1A6D-2B08C0940579}"/>
              </a:ext>
            </a:extLst>
          </p:cNvPr>
          <p:cNvSpPr txBox="1"/>
          <p:nvPr/>
        </p:nvSpPr>
        <p:spPr>
          <a:xfrm>
            <a:off x="146304" y="6420194"/>
            <a:ext cx="7119834" cy="369332"/>
          </a:xfrm>
          <a:prstGeom prst="rect">
            <a:avLst/>
          </a:prstGeom>
          <a:noFill/>
        </p:spPr>
        <p:txBody>
          <a:bodyPr wrap="none" rtlCol="0">
            <a:spAutoFit/>
          </a:bodyPr>
          <a:lstStyle/>
          <a:p>
            <a:r>
              <a:rPr lang="es-MX" dirty="0">
                <a:solidFill>
                  <a:schemeClr val="bg1"/>
                </a:solidFill>
              </a:rPr>
              <a:t>https://github.com/rtkaleb/Testing-Procedures-for-Operational-Issues</a:t>
            </a:r>
          </a:p>
        </p:txBody>
      </p:sp>
    </p:spTree>
    <p:extLst>
      <p:ext uri="{BB962C8B-B14F-4D97-AF65-F5344CB8AC3E}">
        <p14:creationId xmlns:p14="http://schemas.microsoft.com/office/powerpoint/2010/main" val="940951283"/>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50</TotalTime>
  <Words>226</Words>
  <Application>Microsoft Office PowerPoint</Application>
  <PresentationFormat>Panorámica</PresentationFormat>
  <Paragraphs>22</Paragraphs>
  <Slides>7</Slides>
  <Notes>1</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7</vt:i4>
      </vt:variant>
    </vt:vector>
  </HeadingPairs>
  <TitlesOfParts>
    <vt:vector size="11" baseType="lpstr">
      <vt:lpstr>Aptos</vt:lpstr>
      <vt:lpstr>Aptos Display</vt:lpstr>
      <vt:lpstr>Arial</vt:lpstr>
      <vt:lpstr>Tema de Office</vt:lpstr>
      <vt:lpstr>Testing Procedures for Operational Issues</vt:lpstr>
      <vt:lpstr>Introduction: Equivalence Classes</vt:lpstr>
      <vt:lpstr>Presentación de PowerPoint</vt:lpstr>
      <vt:lpstr>Equivalence Classes</vt:lpstr>
      <vt:lpstr> Why these classes were selected? </vt:lpstr>
      <vt:lpstr>Costs</vt:lpstr>
      <vt:lpstr>Thank’s a lot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Kaleb Torres</dc:creator>
  <cp:lastModifiedBy>Kaleb Torres</cp:lastModifiedBy>
  <cp:revision>1</cp:revision>
  <dcterms:created xsi:type="dcterms:W3CDTF">2025-09-18T05:54:24Z</dcterms:created>
  <dcterms:modified xsi:type="dcterms:W3CDTF">2025-11-19T16:00:48Z</dcterms:modified>
</cp:coreProperties>
</file>